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142" r:id="rId1"/>
  </p:sldMasterIdLst>
  <p:notesMasterIdLst>
    <p:notesMasterId r:id="rId20"/>
  </p:notesMasterIdLst>
  <p:handoutMasterIdLst>
    <p:handoutMasterId r:id="rId21"/>
  </p:handoutMasterIdLst>
  <p:sldIdLst>
    <p:sldId id="529" r:id="rId2"/>
    <p:sldId id="495" r:id="rId3"/>
    <p:sldId id="514" r:id="rId4"/>
    <p:sldId id="515" r:id="rId5"/>
    <p:sldId id="517" r:id="rId6"/>
    <p:sldId id="516" r:id="rId7"/>
    <p:sldId id="520" r:id="rId8"/>
    <p:sldId id="530" r:id="rId9"/>
    <p:sldId id="531" r:id="rId10"/>
    <p:sldId id="532" r:id="rId11"/>
    <p:sldId id="536" r:id="rId12"/>
    <p:sldId id="535" r:id="rId13"/>
    <p:sldId id="537" r:id="rId14"/>
    <p:sldId id="533" r:id="rId15"/>
    <p:sldId id="538" r:id="rId16"/>
    <p:sldId id="539" r:id="rId17"/>
    <p:sldId id="534" r:id="rId18"/>
    <p:sldId id="528" r:id="rId19"/>
  </p:sldIdLst>
  <p:sldSz cx="9144000" cy="5143500" type="screen16x9"/>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a:srgbClr val="A9ACEF"/>
    <a:srgbClr val="0000CC"/>
    <a:srgbClr val="A50021"/>
    <a:srgbClr val="66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18E8-3388-41FC-96F0-7D05469CABB3}" v="13" dt="2024-11-29T14:32:30.2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30" autoAdjust="0"/>
    <p:restoredTop sz="87621" autoAdjust="0"/>
  </p:normalViewPr>
  <p:slideViewPr>
    <p:cSldViewPr>
      <p:cViewPr varScale="1">
        <p:scale>
          <a:sx n="95" d="100"/>
          <a:sy n="95" d="100"/>
        </p:scale>
        <p:origin x="974" y="72"/>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sz="quarter"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pPr>
              <a:defRPr/>
            </a:pPr>
            <a:fld id="{14FDCBBC-8C6D-4B91-8E0F-7F7539A60517}" type="datetimeFigureOut">
              <a:rPr lang="en-US"/>
              <a:pPr>
                <a:defRPr/>
              </a:pPr>
              <a:t>11/29/2024</a:t>
            </a:fld>
            <a:endParaRPr lang="en-US" dirty="0"/>
          </a:p>
        </p:txBody>
      </p:sp>
      <p:sp>
        <p:nvSpPr>
          <p:cNvPr id="4" name="Footer Placeholder 3"/>
          <p:cNvSpPr>
            <a:spLocks noGrp="1"/>
          </p:cNvSpPr>
          <p:nvPr>
            <p:ph type="ftr" sz="quarter" idx="2"/>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2952E2ED-3A02-491C-A9B8-DFEE216EB3A7}" type="slidenum">
              <a:rPr lang="en-US" altLang="en-US"/>
              <a:pPr>
                <a:defRPr/>
              </a:pPr>
              <a:t>‹#›</a:t>
            </a:fld>
            <a:endParaRPr lang="en-US" altLang="en-US"/>
          </a:p>
        </p:txBody>
      </p:sp>
    </p:spTree>
    <p:extLst>
      <p:ext uri="{BB962C8B-B14F-4D97-AF65-F5344CB8AC3E}">
        <p14:creationId xmlns:p14="http://schemas.microsoft.com/office/powerpoint/2010/main" val="18970421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11/29/2024</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val="27302645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6</a:t>
            </a:fld>
            <a:endParaRPr lang="en-US" altLang="en-US"/>
          </a:p>
        </p:txBody>
      </p:sp>
    </p:spTree>
    <p:extLst>
      <p:ext uri="{BB962C8B-B14F-4D97-AF65-F5344CB8AC3E}">
        <p14:creationId xmlns:p14="http://schemas.microsoft.com/office/powerpoint/2010/main" val="2700784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3843338"/>
            <a:ext cx="6858000" cy="40005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4766310"/>
            <a:ext cx="2286000" cy="274320"/>
          </a:xfrm>
        </p:spPr>
        <p:txBody>
          <a:bodyPr/>
          <a:lstStyle>
            <a:lvl1pPr>
              <a:defRPr sz="1400"/>
            </a:lvl1pPr>
          </a:lstStyle>
          <a:p>
            <a:pPr>
              <a:defRPr/>
            </a:pPr>
            <a:fld id="{EDD62464-91D3-48B5-AF18-AC74D9BF9633}" type="datetime3">
              <a:rPr lang="en-US" smtClean="0"/>
              <a:t>29 November 2024</a:t>
            </a:fld>
            <a:endParaRPr lang="en-US" dirty="0"/>
          </a:p>
        </p:txBody>
      </p:sp>
      <p:sp>
        <p:nvSpPr>
          <p:cNvPr id="17" name="Footer Placeholder 16"/>
          <p:cNvSpPr>
            <a:spLocks noGrp="1"/>
          </p:cNvSpPr>
          <p:nvPr>
            <p:ph type="ftr" sz="quarter" idx="11"/>
          </p:nvPr>
        </p:nvSpPr>
        <p:spPr>
          <a:xfrm>
            <a:off x="2898648" y="4766310"/>
            <a:ext cx="3474720" cy="274320"/>
          </a:xfrm>
        </p:spPr>
        <p:txBody>
          <a:bodyPr/>
          <a:lstStyle/>
          <a:p>
            <a:pPr>
              <a:defRPr/>
            </a:pPr>
            <a:r>
              <a:rPr lang="en-US"/>
              <a:t>EGB1201 – JAVA PROGRAMMING –PROJECT REVIEW 2 </a:t>
            </a:r>
            <a:endParaRPr lang="en-US" dirty="0"/>
          </a:p>
        </p:txBody>
      </p:sp>
      <p:sp>
        <p:nvSpPr>
          <p:cNvPr id="29" name="Slide Number Placeholder 28"/>
          <p:cNvSpPr>
            <a:spLocks noGrp="1"/>
          </p:cNvSpPr>
          <p:nvPr>
            <p:ph type="sldNum" sz="quarter" idx="12"/>
          </p:nvPr>
        </p:nvSpPr>
        <p:spPr>
          <a:xfrm>
            <a:off x="1216152" y="4766310"/>
            <a:ext cx="1219200" cy="274320"/>
          </a:xfrm>
        </p:spPr>
        <p:txBody>
          <a:bodyPr/>
          <a:lstStyle/>
          <a:p>
            <a:pPr>
              <a:defRPr/>
            </a:pPr>
            <a:fld id="{C0A8E10E-36D1-42AB-939C-34BEB33CD9E4}" type="slidenum">
              <a:rPr lang="en-US" altLang="en-US" smtClean="0"/>
              <a:pPr>
                <a:defRPr/>
              </a:pPr>
              <a:t>‹#›</a:t>
            </a:fld>
            <a:endParaRPr lang="en-US" altLang="en-US"/>
          </a:p>
        </p:txBody>
      </p:sp>
      <p:sp>
        <p:nvSpPr>
          <p:cNvPr id="21" name="Rectangle 20"/>
          <p:cNvSpPr/>
          <p:nvPr/>
        </p:nvSpPr>
        <p:spPr>
          <a:xfrm>
            <a:off x="904875" y="2736056"/>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3786188"/>
            <a:ext cx="7315200" cy="51435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2736056"/>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3786188"/>
            <a:ext cx="228600" cy="51435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fld id="{B6A9C998-94AD-4592-8E0C-5C5705351BB2}" type="datetime3">
              <a:rPr lang="en-US" smtClean="0"/>
              <a:t>29 November 2024</a:t>
            </a:fld>
            <a:endParaRPr lang="en-US" dirty="0"/>
          </a:p>
        </p:txBody>
      </p:sp>
      <p:sp>
        <p:nvSpPr>
          <p:cNvPr id="5" name="Footer Placeholder 4"/>
          <p:cNvSpPr>
            <a:spLocks noGrp="1"/>
          </p:cNvSpPr>
          <p:nvPr>
            <p:ph type="ftr" sz="quarter" idx="11"/>
          </p:nvPr>
        </p:nvSpPr>
        <p:spPr/>
        <p:txBody>
          <a:bodyPr/>
          <a:lstStyle/>
          <a:p>
            <a:pPr>
              <a:defRPr/>
            </a:pPr>
            <a:r>
              <a:rPr lang="en-US"/>
              <a:t>EGB1201 – JAVA PROGRAMMING –PROJECT REVIEW 2 </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a:t>
            </a:fld>
            <a:endParaRPr lang="en-US" altLang="en-US"/>
          </a:p>
        </p:txBody>
      </p:sp>
      <p:sp>
        <p:nvSpPr>
          <p:cNvPr id="8" name="Content Placeholder 7"/>
          <p:cNvSpPr>
            <a:spLocks noGrp="1"/>
          </p:cNvSpPr>
          <p:nvPr>
            <p:ph sz="quarter" idx="1"/>
          </p:nvPr>
        </p:nvSpPr>
        <p:spPr>
          <a:xfrm>
            <a:off x="457200" y="914400"/>
            <a:ext cx="8229600"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228850"/>
            <a:ext cx="6858000" cy="8001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3200400"/>
            <a:ext cx="6781800" cy="85725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4766310"/>
            <a:ext cx="2286000" cy="274320"/>
          </a:xfrm>
        </p:spPr>
        <p:txBody>
          <a:bodyPr/>
          <a:lstStyle/>
          <a:p>
            <a:pPr>
              <a:defRPr/>
            </a:pPr>
            <a:fld id="{E8339EB3-ACA5-47FD-8BD1-3F380C79EF14}" type="datetime3">
              <a:rPr lang="en-US" smtClean="0"/>
              <a:t>29 November 2024</a:t>
            </a:fld>
            <a:endParaRPr lang="en-US" dirty="0"/>
          </a:p>
        </p:txBody>
      </p:sp>
      <p:sp>
        <p:nvSpPr>
          <p:cNvPr id="5" name="Footer Placeholder 4"/>
          <p:cNvSpPr>
            <a:spLocks noGrp="1"/>
          </p:cNvSpPr>
          <p:nvPr>
            <p:ph type="ftr" sz="quarter" idx="11"/>
          </p:nvPr>
        </p:nvSpPr>
        <p:spPr>
          <a:xfrm>
            <a:off x="2898648" y="4766310"/>
            <a:ext cx="3474720" cy="274320"/>
          </a:xfrm>
        </p:spPr>
        <p:txBody>
          <a:bodyPr/>
          <a:lstStyle/>
          <a:p>
            <a:pPr>
              <a:defRPr/>
            </a:pPr>
            <a:r>
              <a:rPr lang="en-US"/>
              <a:t>EGB1201 – JAVA PROGRAMMING –PROJECT REVIEW 2 </a:t>
            </a:r>
            <a:endParaRPr lang="en-US" dirty="0"/>
          </a:p>
        </p:txBody>
      </p:sp>
      <p:sp>
        <p:nvSpPr>
          <p:cNvPr id="6" name="Slide Number Placeholder 5"/>
          <p:cNvSpPr>
            <a:spLocks noGrp="1"/>
          </p:cNvSpPr>
          <p:nvPr>
            <p:ph type="sldNum" sz="quarter" idx="12"/>
          </p:nvPr>
        </p:nvSpPr>
        <p:spPr>
          <a:xfrm>
            <a:off x="1069848" y="4766310"/>
            <a:ext cx="1520952" cy="274320"/>
          </a:xfrm>
        </p:spPr>
        <p:txBody>
          <a:bodyPr/>
          <a:lstStyle/>
          <a:p>
            <a:pPr>
              <a:defRPr/>
            </a:pPr>
            <a:fld id="{BEE0AD74-942B-45F6-8EEE-203197083F56}" type="slidenum">
              <a:rPr lang="en-US" altLang="en-US" smtClean="0"/>
              <a:pPr>
                <a:defRPr/>
              </a:pPr>
              <a:t>‹#›</a:t>
            </a:fld>
            <a:endParaRPr lang="en-US" altLang="en-US"/>
          </a:p>
        </p:txBody>
      </p:sp>
      <p:sp>
        <p:nvSpPr>
          <p:cNvPr id="7" name="Rectangle 6"/>
          <p:cNvSpPr/>
          <p:nvPr/>
        </p:nvSpPr>
        <p:spPr>
          <a:xfrm>
            <a:off x="914400" y="2114550"/>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114550"/>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fld id="{EB3BC824-8250-46A4-97E9-1A69B2F2FB25}" type="datetime3">
              <a:rPr lang="en-US" smtClean="0"/>
              <a:t>29 November 2024</a:t>
            </a:fld>
            <a:endParaRPr lang="en-US" dirty="0"/>
          </a:p>
        </p:txBody>
      </p:sp>
      <p:sp>
        <p:nvSpPr>
          <p:cNvPr id="6" name="Footer Placeholder 5"/>
          <p:cNvSpPr>
            <a:spLocks noGrp="1"/>
          </p:cNvSpPr>
          <p:nvPr>
            <p:ph type="ftr" sz="quarter" idx="11"/>
          </p:nvPr>
        </p:nvSpPr>
        <p:spPr/>
        <p:txBody>
          <a:bodyPr/>
          <a:lstStyle/>
          <a:p>
            <a:pPr>
              <a:defRPr/>
            </a:pPr>
            <a:r>
              <a:rPr lang="en-US"/>
              <a:t>EGB1201 – JAVA PROGRAMMING –PROJECT REVIEW 2 </a:t>
            </a:r>
            <a:endParaRPr lang="en-US" dirty="0"/>
          </a:p>
        </p:txBody>
      </p:sp>
      <p:sp>
        <p:nvSpPr>
          <p:cNvPr id="7" name="Slide Number Placeholder 6"/>
          <p:cNvSpPr>
            <a:spLocks noGrp="1"/>
          </p:cNvSpPr>
          <p:nvPr>
            <p:ph type="sldNum" sz="quarter" idx="12"/>
          </p:nvPr>
        </p:nvSpPr>
        <p:spPr/>
        <p:txBody>
          <a:bodyPr/>
          <a:lstStyle/>
          <a:p>
            <a:pPr>
              <a:defRPr/>
            </a:pPr>
            <a:fld id="{DB554FDC-F986-4516-81A3-5CBC9634E9C1}" type="slidenum">
              <a:rPr lang="en-US" altLang="en-US" smtClean="0"/>
              <a:pPr>
                <a:defRPr/>
              </a:pPr>
              <a:t>‹#›</a:t>
            </a:fld>
            <a:endParaRPr lang="en-US" altLang="en-US"/>
          </a:p>
        </p:txBody>
      </p:sp>
      <p:sp>
        <p:nvSpPr>
          <p:cNvPr id="9" name="Content Placeholder 8"/>
          <p:cNvSpPr>
            <a:spLocks noGrp="1"/>
          </p:cNvSpPr>
          <p:nvPr>
            <p:ph sz="quarter" idx="1"/>
          </p:nvPr>
        </p:nvSpPr>
        <p:spPr>
          <a:xfrm>
            <a:off x="457200" y="914400"/>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912114"/>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964406"/>
            <a:ext cx="4040188" cy="51435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971550"/>
            <a:ext cx="4041775" cy="51435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a:defRPr/>
            </a:pPr>
            <a:fld id="{1D371F4A-15B0-4739-9C96-5151473761C3}" type="datetime3">
              <a:rPr lang="en-US" smtClean="0"/>
              <a:t>29 November 2024</a:t>
            </a:fld>
            <a:endParaRPr lang="en-US" dirty="0"/>
          </a:p>
        </p:txBody>
      </p:sp>
      <p:sp>
        <p:nvSpPr>
          <p:cNvPr id="8" name="Footer Placeholder 7"/>
          <p:cNvSpPr>
            <a:spLocks noGrp="1"/>
          </p:cNvSpPr>
          <p:nvPr>
            <p:ph type="ftr" sz="quarter" idx="11"/>
          </p:nvPr>
        </p:nvSpPr>
        <p:spPr/>
        <p:txBody>
          <a:bodyPr/>
          <a:lstStyle/>
          <a:p>
            <a:pPr>
              <a:defRPr/>
            </a:pPr>
            <a:r>
              <a:rPr lang="en-US"/>
              <a:t>EGB1201 – JAVA PROGRAMMING –PROJECT REVIEW 2 </a:t>
            </a:r>
            <a:endParaRPr lang="en-US" dirty="0"/>
          </a:p>
        </p:txBody>
      </p:sp>
      <p:sp>
        <p:nvSpPr>
          <p:cNvPr id="9" name="Slide Number Placeholder 8"/>
          <p:cNvSpPr>
            <a:spLocks noGrp="1"/>
          </p:cNvSpPr>
          <p:nvPr>
            <p:ph type="sldNum" sz="quarter" idx="12"/>
          </p:nvPr>
        </p:nvSpPr>
        <p:spPr/>
        <p:txBody>
          <a:bodyPr/>
          <a:lstStyle/>
          <a:p>
            <a:pPr>
              <a:defRPr/>
            </a:pPr>
            <a:fld id="{02A63921-D0A8-45BD-ADF0-24CC5F135FEC}" type="slidenum">
              <a:rPr lang="en-US" altLang="en-US" smtClean="0"/>
              <a:pPr>
                <a:defRPr/>
              </a:pPr>
              <a:t>‹#›</a:t>
            </a:fld>
            <a:endParaRPr lang="en-US" altLang="en-US"/>
          </a:p>
        </p:txBody>
      </p:sp>
      <p:sp>
        <p:nvSpPr>
          <p:cNvPr id="11" name="Content Placeholder 10"/>
          <p:cNvSpPr>
            <a:spLocks noGrp="1"/>
          </p:cNvSpPr>
          <p:nvPr>
            <p:ph sz="quarter" idx="2"/>
          </p:nvPr>
        </p:nvSpPr>
        <p:spPr>
          <a:xfrm>
            <a:off x="457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fld id="{66B05E16-91CD-4D24-9E72-745C6AD013E1}" type="datetime3">
              <a:rPr lang="en-US" smtClean="0"/>
              <a:t>29 November 2024</a:t>
            </a:fld>
            <a:endParaRPr lang="en-US" dirty="0"/>
          </a:p>
        </p:txBody>
      </p:sp>
      <p:sp>
        <p:nvSpPr>
          <p:cNvPr id="4" name="Footer Placeholder 3"/>
          <p:cNvSpPr>
            <a:spLocks noGrp="1"/>
          </p:cNvSpPr>
          <p:nvPr>
            <p:ph type="ftr" sz="quarter" idx="11"/>
          </p:nvPr>
        </p:nvSpPr>
        <p:spPr/>
        <p:txBody>
          <a:bodyPr/>
          <a:lstStyle/>
          <a:p>
            <a:pPr>
              <a:defRPr/>
            </a:pPr>
            <a:r>
              <a:rPr lang="en-US"/>
              <a:t>EGB1201 – JAVA PROGRAMMING –PROJECT REVIEW 2 </a:t>
            </a:r>
            <a:endParaRPr lang="en-US" dirty="0"/>
          </a:p>
        </p:txBody>
      </p:sp>
      <p:sp>
        <p:nvSpPr>
          <p:cNvPr id="5" name="Slide Number Placeholder 4"/>
          <p:cNvSpPr>
            <a:spLocks noGrp="1"/>
          </p:cNvSpPr>
          <p:nvPr>
            <p:ph type="sldNum" sz="quarter" idx="12"/>
          </p:nvPr>
        </p:nvSpPr>
        <p:spPr/>
        <p:txBody>
          <a:bodyPr/>
          <a:lstStyle/>
          <a:p>
            <a:pPr>
              <a:defRPr/>
            </a:pPr>
            <a:fld id="{4CE540F1-D866-4735-9E65-A1952EADD02D}" type="slidenum">
              <a:rPr lang="en-US" altLang="en-US" smtClean="0"/>
              <a:pPr>
                <a:defRPr/>
              </a:pPr>
              <a:t>‹#›</a:t>
            </a:fld>
            <a:endParaRPr lang="en-US" alt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45D060A-EFD9-4B22-932C-C42B599DBAF2}" type="datetime3">
              <a:rPr lang="en-US" smtClean="0"/>
              <a:t>29 November 2024</a:t>
            </a:fld>
            <a:endParaRPr lang="en-US" dirty="0"/>
          </a:p>
        </p:txBody>
      </p:sp>
      <p:sp>
        <p:nvSpPr>
          <p:cNvPr id="3" name="Footer Placeholder 2"/>
          <p:cNvSpPr>
            <a:spLocks noGrp="1"/>
          </p:cNvSpPr>
          <p:nvPr>
            <p:ph type="ftr" sz="quarter" idx="11"/>
          </p:nvPr>
        </p:nvSpPr>
        <p:spPr/>
        <p:txBody>
          <a:bodyPr/>
          <a:lstStyle/>
          <a:p>
            <a:pPr>
              <a:defRPr/>
            </a:pPr>
            <a:r>
              <a:rPr lang="en-US"/>
              <a:t>EGB1201 – JAVA PROGRAMMING –PROJECT REVIEW 2 </a:t>
            </a:r>
            <a:endParaRPr lang="en-US" dirty="0"/>
          </a:p>
        </p:txBody>
      </p:sp>
      <p:sp>
        <p:nvSpPr>
          <p:cNvPr id="4" name="Slide Number Placeholder 3"/>
          <p:cNvSpPr>
            <a:spLocks noGrp="1"/>
          </p:cNvSpPr>
          <p:nvPr>
            <p:ph type="sldNum" sz="quarter" idx="12"/>
          </p:nvPr>
        </p:nvSpPr>
        <p:spPr/>
        <p:txBody>
          <a:bodyPr/>
          <a:lstStyle/>
          <a:p>
            <a:pPr>
              <a:defRPr/>
            </a:pPr>
            <a:fld id="{2571F5BB-190B-45BA-B754-2541F8CA6F46}" type="slidenum">
              <a:rPr lang="en-US" altLang="en-US" smtClean="0"/>
              <a:pPr>
                <a:defRPr/>
              </a:pPr>
              <a:t>‹#›</a:t>
            </a:fld>
            <a:endParaRPr lang="en-US" altLang="en-US"/>
          </a:p>
        </p:txBody>
      </p:sp>
      <p:sp>
        <p:nvSpPr>
          <p:cNvPr id="5" name="Straight Connector 4"/>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228600"/>
            <a:ext cx="2514600" cy="62865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914401"/>
            <a:ext cx="2514600" cy="3632597"/>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60C5E58A-366D-42D7-BE35-2A21803AE55F}" type="datetime3">
              <a:rPr lang="en-US" smtClean="0"/>
              <a:t>29 November 2024</a:t>
            </a:fld>
            <a:endParaRPr lang="en-US" dirty="0"/>
          </a:p>
        </p:txBody>
      </p:sp>
      <p:sp>
        <p:nvSpPr>
          <p:cNvPr id="6" name="Footer Placeholder 5"/>
          <p:cNvSpPr>
            <a:spLocks noGrp="1"/>
          </p:cNvSpPr>
          <p:nvPr>
            <p:ph type="ftr" sz="quarter" idx="11"/>
          </p:nvPr>
        </p:nvSpPr>
        <p:spPr/>
        <p:txBody>
          <a:bodyPr/>
          <a:lstStyle/>
          <a:p>
            <a:pPr>
              <a:defRPr/>
            </a:pPr>
            <a:r>
              <a:rPr lang="en-US"/>
              <a:t>EGB1201 – JAVA PROGRAMMING –PROJECT REVIEW 2 </a:t>
            </a:r>
            <a:endParaRPr lang="en-US" dirty="0"/>
          </a:p>
        </p:txBody>
      </p:sp>
      <p:sp>
        <p:nvSpPr>
          <p:cNvPr id="7" name="Slide Number Placeholder 6"/>
          <p:cNvSpPr>
            <a:spLocks noGrp="1"/>
          </p:cNvSpPr>
          <p:nvPr>
            <p:ph type="sldNum" sz="quarter" idx="12"/>
          </p:nvPr>
        </p:nvSpPr>
        <p:spPr/>
        <p:txBody>
          <a:bodyPr/>
          <a:lstStyle/>
          <a:p>
            <a:pPr>
              <a:defRPr/>
            </a:pPr>
            <a:fld id="{4B3D1EAA-7E8D-49EA-BCBB-3C5BA424400D}" type="slidenum">
              <a:rPr lang="en-US" altLang="en-US" smtClean="0"/>
              <a:pPr>
                <a:defRPr/>
              </a:pPr>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915025" y="2493169"/>
            <a:ext cx="452628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228600"/>
            <a:ext cx="5715000" cy="42862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375642"/>
            <a:ext cx="8229600" cy="506016"/>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914400"/>
            <a:ext cx="8229600" cy="40005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99D38484-2184-434F-AC88-29FFE4A0AA9F}" type="datetime3">
              <a:rPr lang="en-US" smtClean="0"/>
              <a:t>29 November 2024</a:t>
            </a:fld>
            <a:endParaRPr lang="en-US" dirty="0"/>
          </a:p>
        </p:txBody>
      </p:sp>
      <p:sp>
        <p:nvSpPr>
          <p:cNvPr id="6" name="Footer Placeholder 5"/>
          <p:cNvSpPr>
            <a:spLocks noGrp="1"/>
          </p:cNvSpPr>
          <p:nvPr>
            <p:ph type="ftr" sz="quarter" idx="11"/>
          </p:nvPr>
        </p:nvSpPr>
        <p:spPr/>
        <p:txBody>
          <a:bodyPr/>
          <a:lstStyle/>
          <a:p>
            <a:pPr>
              <a:defRPr/>
            </a:pPr>
            <a:r>
              <a:rPr lang="en-US"/>
              <a:t>EGB1201 – JAVA PROGRAMMING –PROJECT REVIEW 2 </a:t>
            </a:r>
            <a:endParaRPr lang="en-US" dirty="0"/>
          </a:p>
        </p:txBody>
      </p:sp>
      <p:sp>
        <p:nvSpPr>
          <p:cNvPr id="7" name="Slide Number Placeholder 6"/>
          <p:cNvSpPr>
            <a:spLocks noGrp="1"/>
          </p:cNvSpPr>
          <p:nvPr>
            <p:ph type="sldNum" sz="quarter" idx="12"/>
          </p:nvPr>
        </p:nvSpPr>
        <p:spPr/>
        <p:txBody>
          <a:bodyPr/>
          <a:lstStyle/>
          <a:p>
            <a:pPr>
              <a:defRPr/>
            </a:pPr>
            <a:fld id="{7B93E55C-A662-4067-BE20-A4D82E579A38}" type="slidenum">
              <a:rPr lang="en-US" altLang="en-US" smtClean="0"/>
              <a:pPr>
                <a:defRPr/>
              </a:pPr>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375642"/>
            <a:ext cx="182880" cy="51435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539A3B33-C0B7-41A2-B02D-6B795B806535}" type="datetime3">
              <a:rPr lang="en-US" smtClean="0"/>
              <a:t>29 November 2024</a:t>
            </a:fld>
            <a:endParaRPr lang="en-US" dirty="0"/>
          </a:p>
        </p:txBody>
      </p:sp>
      <p:sp>
        <p:nvSpPr>
          <p:cNvPr id="5" name="Footer Placeholder 4"/>
          <p:cNvSpPr>
            <a:spLocks noGrp="1"/>
          </p:cNvSpPr>
          <p:nvPr>
            <p:ph type="ftr" sz="quarter" idx="11"/>
          </p:nvPr>
        </p:nvSpPr>
        <p:spPr/>
        <p:txBody>
          <a:bodyPr/>
          <a:lstStyle/>
          <a:p>
            <a:pPr>
              <a:defRPr/>
            </a:pPr>
            <a:r>
              <a:rPr lang="en-US"/>
              <a:t>EGB1201 – JAVA PROGRAMMING –PROJECT REVIEW 2 </a:t>
            </a:r>
            <a:endParaRPr lang="en-US" dirty="0"/>
          </a:p>
        </p:txBody>
      </p:sp>
      <p:sp>
        <p:nvSpPr>
          <p:cNvPr id="6" name="Slide Number Placeholder 5"/>
          <p:cNvSpPr>
            <a:spLocks noGrp="1"/>
          </p:cNvSpPr>
          <p:nvPr>
            <p:ph type="sldNum" sz="quarter" idx="12"/>
          </p:nvPr>
        </p:nvSpPr>
        <p:spPr/>
        <p:txBody>
          <a:bodyPr/>
          <a:lstStyle/>
          <a:p>
            <a:pPr>
              <a:defRPr/>
            </a:pPr>
            <a:fld id="{9A0C11DA-FA02-4E33-93FC-C378FAF95FBA}" type="slidenum">
              <a:rPr lang="en-US" altLang="en-US" smtClean="0"/>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11E726FA-2B63-4917-AB28-C983D9D4464F}" type="datetime3">
              <a:rPr lang="en-US" smtClean="0"/>
              <a:t>29 November 2024</a:t>
            </a:fld>
            <a:endParaRPr lang="en-US" dirty="0"/>
          </a:p>
        </p:txBody>
      </p:sp>
      <p:sp>
        <p:nvSpPr>
          <p:cNvPr id="5" name="Footer Placeholder 4"/>
          <p:cNvSpPr>
            <a:spLocks noGrp="1"/>
          </p:cNvSpPr>
          <p:nvPr>
            <p:ph type="ftr" sz="quarter" idx="11"/>
          </p:nvPr>
        </p:nvSpPr>
        <p:spPr/>
        <p:txBody>
          <a:bodyPr/>
          <a:lstStyle/>
          <a:p>
            <a:pPr>
              <a:defRPr/>
            </a:pPr>
            <a:r>
              <a:rPr lang="en-US"/>
              <a:t>EGB1201 – JAVA PROGRAMMING –PROJECT REVIEW 2 </a:t>
            </a:r>
            <a:endParaRPr lang="en-US" dirty="0"/>
          </a:p>
        </p:txBody>
      </p:sp>
      <p:sp>
        <p:nvSpPr>
          <p:cNvPr id="6" name="Slide Number Placeholder 5"/>
          <p:cNvSpPr>
            <a:spLocks noGrp="1"/>
          </p:cNvSpPr>
          <p:nvPr>
            <p:ph type="sldNum" sz="quarter" idx="12"/>
          </p:nvPr>
        </p:nvSpPr>
        <p:spPr/>
        <p:txBody>
          <a:bodyPr/>
          <a:lstStyle/>
          <a:p>
            <a:pPr>
              <a:defRPr/>
            </a:pPr>
            <a:fld id="{B1E085C4-C07B-4C80-B337-90438D59D3CD}" type="slidenum">
              <a:rPr lang="en-US" altLang="en-US" smtClean="0"/>
              <a:pPr>
                <a:defRPr/>
              </a:pPr>
              <a:t>‹#›</a:t>
            </a:fld>
            <a:endParaRPr lang="en-US" altLang="en-US"/>
          </a:p>
        </p:txBody>
      </p:sp>
      <p:sp>
        <p:nvSpPr>
          <p:cNvPr id="7" name="Straight Connector 6"/>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4361127" y="2401464"/>
            <a:ext cx="438912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9000"/>
            <a:lum/>
          </a:blip>
          <a:srcRect/>
          <a:tile tx="0" ty="0" sx="100000" sy="100000" flip="none" algn="tl"/>
        </a:blip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14300"/>
            <a:ext cx="8229600" cy="74295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914400"/>
            <a:ext cx="8229600" cy="3682746"/>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4767263"/>
            <a:ext cx="2289048" cy="274320"/>
          </a:xfrm>
          <a:prstGeom prst="rect">
            <a:avLst/>
          </a:prstGeom>
        </p:spPr>
        <p:txBody>
          <a:bodyPr vert="horz"/>
          <a:lstStyle>
            <a:lvl1pPr algn="l" eaLnBrk="1" latinLnBrk="0" hangingPunct="1">
              <a:defRPr kumimoji="0" sz="1400">
                <a:solidFill>
                  <a:schemeClr val="tx2"/>
                </a:solidFill>
              </a:defRPr>
            </a:lvl1pPr>
          </a:lstStyle>
          <a:p>
            <a:pPr>
              <a:defRPr/>
            </a:pPr>
            <a:fld id="{F2B7BAF5-5BC0-49B1-9197-CD06326EE3BE}" type="datetime3">
              <a:rPr lang="en-US" smtClean="0"/>
              <a:t>29 November 2024</a:t>
            </a:fld>
            <a:endParaRPr lang="en-US" dirty="0"/>
          </a:p>
        </p:txBody>
      </p:sp>
      <p:sp>
        <p:nvSpPr>
          <p:cNvPr id="3" name="Footer Placeholder 2"/>
          <p:cNvSpPr>
            <a:spLocks noGrp="1"/>
          </p:cNvSpPr>
          <p:nvPr>
            <p:ph type="ftr" sz="quarter" idx="3"/>
          </p:nvPr>
        </p:nvSpPr>
        <p:spPr>
          <a:xfrm>
            <a:off x="2898648" y="4767263"/>
            <a:ext cx="3505200" cy="274320"/>
          </a:xfrm>
          <a:prstGeom prst="rect">
            <a:avLst/>
          </a:prstGeom>
        </p:spPr>
        <p:txBody>
          <a:bodyPr vert="horz"/>
          <a:lstStyle>
            <a:lvl1pPr algn="r" eaLnBrk="1" latinLnBrk="0" hangingPunct="1">
              <a:defRPr kumimoji="0" sz="1400">
                <a:solidFill>
                  <a:schemeClr val="tx2"/>
                </a:solidFill>
              </a:defRPr>
            </a:lvl1pPr>
          </a:lstStyle>
          <a:p>
            <a:pPr>
              <a:defRPr/>
            </a:pPr>
            <a:r>
              <a:rPr lang="en-US"/>
              <a:t>EGB1201 – JAVA PROGRAMMING –PROJECT REVIEW 2 </a:t>
            </a:r>
            <a:endParaRPr lang="en-US" dirty="0"/>
          </a:p>
        </p:txBody>
      </p:sp>
      <p:sp>
        <p:nvSpPr>
          <p:cNvPr id="23" name="Slide Number Placeholder 22"/>
          <p:cNvSpPr>
            <a:spLocks noGrp="1"/>
          </p:cNvSpPr>
          <p:nvPr>
            <p:ph type="sldNum" sz="quarter" idx="4"/>
          </p:nvPr>
        </p:nvSpPr>
        <p:spPr>
          <a:xfrm>
            <a:off x="612648" y="4767263"/>
            <a:ext cx="1981200" cy="274320"/>
          </a:xfrm>
          <a:prstGeom prst="rect">
            <a:avLst/>
          </a:prstGeom>
        </p:spPr>
        <p:txBody>
          <a:bodyPr vert="horz"/>
          <a:lstStyle>
            <a:lvl1pPr algn="l" eaLnBrk="1" latinLnBrk="0" hangingPunct="1">
              <a:defRPr kumimoji="0" sz="1400">
                <a:solidFill>
                  <a:schemeClr val="tx2"/>
                </a:solidFill>
              </a:defRPr>
            </a:lvl1pPr>
          </a:lstStyle>
          <a:p>
            <a:pPr>
              <a:defRPr/>
            </a:pPr>
            <a:fld id="{D78D2778-B29C-49DB-A26C-44F5760A332D}" type="slidenum">
              <a:rPr lang="en-US" altLang="en-US" smtClean="0"/>
              <a:pPr>
                <a:defRPr/>
              </a:pPr>
              <a:t>‹#›</a:t>
            </a:fld>
            <a:endParaRPr lang="en-US" altLang="en-US"/>
          </a:p>
        </p:txBody>
      </p:sp>
      <p:sp>
        <p:nvSpPr>
          <p:cNvPr id="28" name="Straight Connector 2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85725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52513"/>
          </a:xfrm>
          <a:solidFill>
            <a:schemeClr val="bg2">
              <a:lumMod val="75000"/>
            </a:schemeClr>
          </a:solidFill>
          <a:ln>
            <a:solidFill>
              <a:schemeClr val="tx1"/>
            </a:solidFill>
          </a:ln>
        </p:spPr>
        <p:txBody>
          <a:bodyPr>
            <a:normAutofit/>
          </a:bodyPr>
          <a:lstStyle/>
          <a:p>
            <a:pPr algn="ctr">
              <a:defRPr/>
            </a:pPr>
            <a:r>
              <a:rPr lang="en-IN" sz="2800" b="1" dirty="0">
                <a:solidFill>
                  <a:schemeClr val="tx1"/>
                </a:solidFill>
                <a:latin typeface="Times New Roman" pitchFamily="18" charset="0"/>
                <a:cs typeface="Times New Roman" pitchFamily="18" charset="0"/>
              </a:rPr>
              <a:t>CGB1201 – JAVA PROGRAMMING</a:t>
            </a:r>
            <a:br>
              <a:rPr lang="en-IN" sz="2800" b="1" dirty="0">
                <a:solidFill>
                  <a:schemeClr val="tx1"/>
                </a:solidFill>
                <a:latin typeface="Times New Roman" pitchFamily="18" charset="0"/>
                <a:cs typeface="Times New Roman" pitchFamily="18" charset="0"/>
              </a:rPr>
            </a:br>
            <a:endParaRPr lang="en-IN" sz="2800" b="1" dirty="0">
              <a:solidFill>
                <a:schemeClr val="tx1"/>
              </a:solidFill>
              <a:latin typeface="Times New Roman" pitchFamily="18" charset="0"/>
              <a:cs typeface="Times New Roman" pitchFamily="18" charset="0"/>
            </a:endParaRPr>
          </a:p>
        </p:txBody>
      </p:sp>
      <p:sp>
        <p:nvSpPr>
          <p:cNvPr id="7" name="Footer Placeholder 4"/>
          <p:cNvSpPr txBox="1">
            <a:spLocks/>
          </p:cNvSpPr>
          <p:nvPr/>
        </p:nvSpPr>
        <p:spPr>
          <a:xfrm>
            <a:off x="762000" y="1123950"/>
            <a:ext cx="7772400" cy="3733800"/>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latin typeface="Times New Roman" pitchFamily="18" charset="0"/>
              <a:cs typeface="Times New Roman" pitchFamily="18" charset="0"/>
            </a:endParaRPr>
          </a:p>
          <a:p>
            <a:pPr algn="ctr">
              <a:defRPr/>
            </a:pPr>
            <a:r>
              <a:rPr lang="en-US" sz="2500" b="1" dirty="0">
                <a:solidFill>
                  <a:schemeClr val="tx1"/>
                </a:solidFill>
                <a:latin typeface="Times New Roman" pitchFamily="18" charset="0"/>
                <a:cs typeface="Times New Roman" pitchFamily="18" charset="0"/>
              </a:rPr>
              <a:t>Department of Artificial Intelligence and Data Science</a:t>
            </a:r>
          </a:p>
          <a:p>
            <a:pPr algn="ctr">
              <a:defRPr/>
            </a:pPr>
            <a:r>
              <a:rPr lang="en-US" sz="2500" b="1" dirty="0">
                <a:solidFill>
                  <a:schemeClr val="tx1"/>
                </a:solidFill>
                <a:latin typeface="Times New Roman" pitchFamily="18" charset="0"/>
                <a:cs typeface="Times New Roman" pitchFamily="18" charset="0"/>
              </a:rPr>
              <a:t>Academic Year: 2024 – 2025 (Odd Semester)</a:t>
            </a:r>
          </a:p>
          <a:p>
            <a:pPr algn="ctr">
              <a:defRPr/>
            </a:pPr>
            <a:endParaRPr lang="en-US" sz="2500" b="1" dirty="0">
              <a:solidFill>
                <a:schemeClr val="tx1"/>
              </a:solidFill>
              <a:latin typeface="Times New Roman" pitchFamily="18" charset="0"/>
              <a:cs typeface="Times New Roman" pitchFamily="18" charset="0"/>
            </a:endParaRPr>
          </a:p>
          <a:p>
            <a:pPr>
              <a:defRPr/>
            </a:pPr>
            <a:r>
              <a:rPr lang="en-US" sz="2500" b="1" dirty="0">
                <a:solidFill>
                  <a:schemeClr val="tx1"/>
                </a:solidFill>
                <a:latin typeface="Times New Roman" pitchFamily="18" charset="0"/>
                <a:cs typeface="Times New Roman" pitchFamily="18" charset="0"/>
              </a:rPr>
              <a:t>Register Number	:2303811724322088</a:t>
            </a:r>
          </a:p>
          <a:p>
            <a:pPr>
              <a:defRPr/>
            </a:pPr>
            <a:r>
              <a:rPr lang="en-US" sz="2500" b="1" dirty="0">
                <a:solidFill>
                  <a:schemeClr val="tx1"/>
                </a:solidFill>
                <a:latin typeface="Times New Roman" pitchFamily="18" charset="0"/>
                <a:cs typeface="Times New Roman" pitchFamily="18" charset="0"/>
              </a:rPr>
              <a:t>Name					:RENUSRI P</a:t>
            </a:r>
          </a:p>
          <a:p>
            <a:pPr>
              <a:defRPr/>
            </a:pPr>
            <a:r>
              <a:rPr lang="en-US" sz="2500" b="1" dirty="0">
                <a:solidFill>
                  <a:schemeClr val="tx1"/>
                </a:solidFill>
                <a:latin typeface="Times New Roman" pitchFamily="18" charset="0"/>
                <a:cs typeface="Times New Roman" pitchFamily="18" charset="0"/>
              </a:rPr>
              <a:t>Year					:II</a:t>
            </a:r>
          </a:p>
          <a:p>
            <a:pPr>
              <a:defRPr/>
            </a:pPr>
            <a:r>
              <a:rPr lang="en-US" sz="2500" b="1" dirty="0">
                <a:solidFill>
                  <a:schemeClr val="tx1"/>
                </a:solidFill>
                <a:latin typeface="Times New Roman" pitchFamily="18" charset="0"/>
                <a:cs typeface="Times New Roman" pitchFamily="18" charset="0"/>
              </a:rPr>
              <a:t>Semester				:III</a:t>
            </a:r>
          </a:p>
          <a:p>
            <a:pPr>
              <a:defRPr/>
            </a:pPr>
            <a:r>
              <a:rPr lang="en-US" sz="2500" b="1" dirty="0">
                <a:solidFill>
                  <a:schemeClr val="tx1"/>
                </a:solidFill>
                <a:latin typeface="Times New Roman" pitchFamily="18" charset="0"/>
                <a:cs typeface="Times New Roman" pitchFamily="18" charset="0"/>
              </a:rPr>
              <a:t>Section				:B</a:t>
            </a:r>
          </a:p>
          <a:p>
            <a:pPr>
              <a:defRPr/>
            </a:pPr>
            <a:r>
              <a:rPr lang="en-US" sz="2500" b="1" dirty="0">
                <a:solidFill>
                  <a:schemeClr val="tx1"/>
                </a:solidFill>
                <a:latin typeface="Times New Roman" pitchFamily="18" charset="0"/>
                <a:cs typeface="Times New Roman" pitchFamily="18" charset="0"/>
              </a:rPr>
              <a:t>Date					:3.12.24</a:t>
            </a:r>
          </a:p>
        </p:txBody>
      </p:sp>
      <p:sp>
        <p:nvSpPr>
          <p:cNvPr id="4" name="Slide Number Placeholder 3"/>
          <p:cNvSpPr>
            <a:spLocks noGrp="1"/>
          </p:cNvSpPr>
          <p:nvPr>
            <p:ph type="sldNum" sz="quarter" idx="12"/>
          </p:nvPr>
        </p:nvSpPr>
        <p:spPr/>
        <p:txBody>
          <a:bodyPr/>
          <a:lstStyle/>
          <a:p>
            <a:pPr>
              <a:defRPr/>
            </a:pPr>
            <a:fld id="{DB554FDC-F986-4516-81A3-5CBC9634E9C1}" type="slidenum">
              <a:rPr lang="en-US" altLang="en-US" smtClean="0"/>
              <a:pPr>
                <a:defRPr/>
              </a:pPr>
              <a:t>1</a:t>
            </a:fld>
            <a:endParaRPr lang="en-US" altLang="en-US"/>
          </a:p>
        </p:txBody>
      </p:sp>
      <p:sp>
        <p:nvSpPr>
          <p:cNvPr id="6" name="Footer Placeholder 4">
            <a:extLst>
              <a:ext uri="{FF2B5EF4-FFF2-40B4-BE49-F238E27FC236}">
                <a16:creationId xmlns:a16="http://schemas.microsoft.com/office/drawing/2014/main" id="{4D95C9AB-6F24-D9B7-D1F9-29164BA10B30}"/>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E05917E-1459-9543-BDC1-EB6757DCCC2B}"/>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Title of the Project</a:t>
            </a:r>
            <a:endParaRPr lang="en-IN" sz="4000" b="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A59926A3-D6DE-BF77-88C6-09EA205A58DB}"/>
              </a:ext>
            </a:extLst>
          </p:cNvPr>
          <p:cNvSpPr>
            <a:spLocks noGrp="1"/>
          </p:cNvSpPr>
          <p:nvPr>
            <p:ph type="ftr" sz="quarter" idx="11"/>
          </p:nvPr>
        </p:nvSpPr>
        <p:spPr>
          <a:xfrm>
            <a:off x="2438400" y="4767263"/>
            <a:ext cx="4340352" cy="376237"/>
          </a:xfrm>
        </p:spPr>
        <p:txBody>
          <a:bodyPr/>
          <a:lstStyle/>
          <a:p>
            <a:pPr algn="ctr">
              <a:defRPr/>
            </a:pPr>
            <a:r>
              <a:rPr lang="en-US" sz="1200" dirty="0">
                <a:latin typeface="Times New Roman" pitchFamily="18" charset="0"/>
                <a:cs typeface="Times New Roman" pitchFamily="18" charset="0"/>
              </a:rPr>
              <a:t>CGB1201 – JAVA PROGRAMMING  </a:t>
            </a:r>
          </a:p>
        </p:txBody>
      </p:sp>
      <p:sp>
        <p:nvSpPr>
          <p:cNvPr id="8196" name="Slide Number Placeholder 5"/>
          <p:cNvSpPr>
            <a:spLocks noGrp="1" noChangeArrowheads="1"/>
          </p:cNvSpPr>
          <p:nvPr>
            <p:ph type="sldNum" sz="quarter" idx="12"/>
          </p:nvPr>
        </p:nvSpPr>
        <p:spPr bwMode="auto">
          <a:noFill/>
          <a:ln>
            <a:miter lim="800000"/>
            <a:headEnd/>
            <a:tailEnd/>
          </a:ln>
        </p:spPr>
        <p:txBody>
          <a:bodyPr/>
          <a:lstStyle/>
          <a:p>
            <a:fld id="{C8B3AA75-1EA1-4A20-9182-A423EE2FFA8F}" type="slidenum">
              <a:rPr lang="en-US" altLang="en-US"/>
              <a:pPr/>
              <a:t>2</a:t>
            </a:fld>
            <a:endParaRPr lang="en-US" altLang="en-US"/>
          </a:p>
        </p:txBody>
      </p:sp>
      <p:sp>
        <p:nvSpPr>
          <p:cNvPr id="7" name="Footer Placeholder 4"/>
          <p:cNvSpPr txBox="1">
            <a:spLocks/>
          </p:cNvSpPr>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p>
        </p:txBody>
      </p:sp>
      <p:sp>
        <p:nvSpPr>
          <p:cNvPr id="6" name="Content Placeholder 2">
            <a:extLst>
              <a:ext uri="{FF2B5EF4-FFF2-40B4-BE49-F238E27FC236}">
                <a16:creationId xmlns:a16="http://schemas.microsoft.com/office/drawing/2014/main" id="{65894BDA-3057-096C-18BB-A0D0D182A5A7}"/>
              </a:ext>
            </a:extLst>
          </p:cNvPr>
          <p:cNvSpPr>
            <a:spLocks noGrp="1"/>
          </p:cNvSpPr>
          <p:nvPr>
            <p:ph sz="quarter" idx="1"/>
          </p:nvPr>
        </p:nvSpPr>
        <p:spPr>
          <a:xfrm>
            <a:off x="457200" y="914400"/>
            <a:ext cx="8229600" cy="3703320"/>
          </a:xfrm>
        </p:spPr>
        <p:txBody>
          <a:bodyPr/>
          <a:lstStyle/>
          <a:p>
            <a:pPr marL="0" indent="0" algn="ctr">
              <a:buNone/>
            </a:pPr>
            <a:endParaRPr lang="en-IN" dirty="0">
              <a:latin typeface="Times New Roman" pitchFamily="18" charset="0"/>
              <a:cs typeface="Times New Roman" pitchFamily="18" charset="0"/>
            </a:endParaRPr>
          </a:p>
          <a:p>
            <a:pPr marL="0" indent="0" algn="ctr">
              <a:buNone/>
            </a:pPr>
            <a:endParaRPr lang="en-IN" dirty="0">
              <a:latin typeface="Times New Roman" pitchFamily="18" charset="0"/>
              <a:cs typeface="Times New Roman" pitchFamily="18" charset="0"/>
            </a:endParaRPr>
          </a:p>
          <a:p>
            <a:pPr marL="0" indent="0" algn="ctr">
              <a:buNone/>
            </a:pPr>
            <a:endParaRPr lang="en-IN" dirty="0">
              <a:latin typeface="Times New Roman" pitchFamily="18" charset="0"/>
              <a:cs typeface="Times New Roman" pitchFamily="18" charset="0"/>
            </a:endParaRPr>
          </a:p>
          <a:p>
            <a:pPr marL="0" indent="0" algn="ctr">
              <a:buNone/>
            </a:pPr>
            <a:r>
              <a:rPr lang="en-IN" dirty="0">
                <a:latin typeface="Times New Roman" pitchFamily="18" charset="0"/>
                <a:cs typeface="Times New Roman" pitchFamily="18" charset="0"/>
              </a:rPr>
              <a:t>SCHOOL MANAGEMENT SYSTEM</a:t>
            </a:r>
          </a:p>
        </p:txBody>
      </p:sp>
    </p:spTree>
    <p:extLst>
      <p:ext uri="{BB962C8B-B14F-4D97-AF65-F5344CB8AC3E}">
        <p14:creationId xmlns:p14="http://schemas.microsoft.com/office/powerpoint/2010/main" val="425515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B552-9064-2022-2FE6-8CF056A213C6}"/>
              </a:ext>
            </a:extLst>
          </p:cNvPr>
          <p:cNvSpPr>
            <a:spLocks noGrp="1"/>
          </p:cNvSpPr>
          <p:nvPr>
            <p:ph type="title"/>
          </p:nvPr>
        </p:nvSpPr>
        <p:spPr>
          <a:xfrm>
            <a:off x="457200" y="209550"/>
            <a:ext cx="8229600" cy="609600"/>
          </a:xfrm>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Problem Identification</a:t>
            </a:r>
            <a:r>
              <a:rPr lang="en-IN" dirty="0">
                <a:solidFill>
                  <a:schemeClr val="tx1"/>
                </a:solidFill>
                <a:latin typeface="Times New Roman" pitchFamily="18" charset="0"/>
                <a:cs typeface="Times New Roman" pitchFamily="18" charset="0"/>
              </a:rPr>
              <a:t> </a:t>
            </a:r>
            <a:endParaRPr lang="en-IN" sz="4000"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9F403579-F0D1-E1A9-9626-90D255E99861}"/>
              </a:ext>
            </a:extLst>
          </p:cNvPr>
          <p:cNvSpPr>
            <a:spLocks noGrp="1"/>
          </p:cNvSpPr>
          <p:nvPr>
            <p:ph type="ftr" sz="quarter" idx="11"/>
          </p:nvPr>
        </p:nvSpPr>
        <p:spPr>
          <a:xfrm>
            <a:off x="2514600" y="4767263"/>
            <a:ext cx="4191000" cy="376237"/>
          </a:xfrm>
        </p:spPr>
        <p:txBody>
          <a:bodyPr/>
          <a:lstStyle/>
          <a:p>
            <a:pPr algn="ctr">
              <a:defRPr/>
            </a:pPr>
            <a:r>
              <a:rPr lang="en-US" sz="1200" dirty="0">
                <a:latin typeface="Times New Roman" pitchFamily="18" charset="0"/>
                <a:cs typeface="Times New Roman" pitchFamily="18" charset="0"/>
              </a:rPr>
              <a:t>CGB1201 – JAVA PROGRAMMING </a:t>
            </a:r>
          </a:p>
        </p:txBody>
      </p:sp>
      <p:sp>
        <p:nvSpPr>
          <p:cNvPr id="6" name="Slide Number Placeholder 5">
            <a:extLst>
              <a:ext uri="{FF2B5EF4-FFF2-40B4-BE49-F238E27FC236}">
                <a16:creationId xmlns:a16="http://schemas.microsoft.com/office/drawing/2014/main" id="{03F0F658-36A0-130D-3974-0382D1967D80}"/>
              </a:ext>
            </a:extLst>
          </p:cNvPr>
          <p:cNvSpPr>
            <a:spLocks noGrp="1"/>
          </p:cNvSpPr>
          <p:nvPr>
            <p:ph type="sldNum" sz="quarter" idx="12"/>
          </p:nvPr>
        </p:nvSpPr>
        <p:spPr/>
        <p:txBody>
          <a:bodyPr/>
          <a:lstStyle/>
          <a:p>
            <a:pPr>
              <a:defRPr/>
            </a:pPr>
            <a:fld id="{0E14ABD8-B1EB-4C07-9937-C8C4E38BDF00}" type="slidenum">
              <a:rPr lang="en-US" altLang="en-US" smtClean="0"/>
              <a:pPr>
                <a:defRPr/>
              </a:pPr>
              <a:t>3</a:t>
            </a:fld>
            <a:endParaRPr lang="en-US" altLang="en-US"/>
          </a:p>
        </p:txBody>
      </p:sp>
      <p:sp>
        <p:nvSpPr>
          <p:cNvPr id="3" name="Content Placeholder 2">
            <a:extLst>
              <a:ext uri="{FF2B5EF4-FFF2-40B4-BE49-F238E27FC236}">
                <a16:creationId xmlns:a16="http://schemas.microsoft.com/office/drawing/2014/main" id="{65894BDA-3057-096C-18BB-A0D0D182A5A7}"/>
              </a:ext>
            </a:extLst>
          </p:cNvPr>
          <p:cNvSpPr>
            <a:spLocks noGrp="1"/>
          </p:cNvSpPr>
          <p:nvPr>
            <p:ph sz="quarter" idx="1"/>
          </p:nvPr>
        </p:nvSpPr>
        <p:spPr/>
        <p:txBody>
          <a:bodyPr>
            <a:normAutofit lnSpcReduction="10000"/>
          </a:bodyPr>
          <a:lstStyle/>
          <a:p>
            <a:pPr>
              <a:lnSpc>
                <a:spcPct val="150000"/>
              </a:lnSpc>
            </a:pPr>
            <a:r>
              <a:rPr lang="en-US" sz="2000" dirty="0">
                <a:latin typeface="Times New Roman" panose="02020603050405020304" pitchFamily="18" charset="0"/>
                <a:cs typeface="Times New Roman" panose="02020603050405020304" pitchFamily="18" charset="0"/>
              </a:rPr>
              <a:t>Traditional paper-based records are time-consuming, prone to errors, and difficult to manage.</a:t>
            </a:r>
          </a:p>
          <a:p>
            <a:pPr>
              <a:lnSpc>
                <a:spcPct val="150000"/>
              </a:lnSpc>
            </a:pPr>
            <a:r>
              <a:rPr lang="en-US" sz="2000" dirty="0">
                <a:latin typeface="Times New Roman" panose="02020603050405020304" pitchFamily="18" charset="0"/>
                <a:cs typeface="Times New Roman" panose="02020603050405020304" pitchFamily="18" charset="0"/>
              </a:rPr>
              <a:t>Difficulty in creating and managing class schedules, especially in large institutions.</a:t>
            </a:r>
          </a:p>
          <a:p>
            <a:pPr>
              <a:lnSpc>
                <a:spcPct val="150000"/>
              </a:lnSpc>
            </a:pPr>
            <a:r>
              <a:rPr lang="en-US" sz="2000" dirty="0">
                <a:latin typeface="Times New Roman" panose="02020603050405020304" pitchFamily="18" charset="0"/>
                <a:cs typeface="Times New Roman" panose="02020603050405020304" pitchFamily="18" charset="0"/>
              </a:rPr>
              <a:t>Risk of sensitive data, such as student information, being accessed by unauthorized users.</a:t>
            </a:r>
          </a:p>
          <a:p>
            <a:pPr>
              <a:lnSpc>
                <a:spcPct val="150000"/>
              </a:lnSpc>
            </a:pPr>
            <a:r>
              <a:rPr lang="en-US" sz="2000" dirty="0">
                <a:latin typeface="Times New Roman" panose="02020603050405020304" pitchFamily="18" charset="0"/>
                <a:cs typeface="Times New Roman" panose="02020603050405020304" pitchFamily="18" charset="0"/>
              </a:rPr>
              <a:t>Challenges in monitoring pending fees or generating accurate financial reports.</a:t>
            </a:r>
            <a:endParaRPr lang="en-IN" sz="20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875433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F4323-5210-80A9-6891-2FD74992CE91}"/>
              </a:ext>
            </a:extLst>
          </p:cNvPr>
          <p:cNvSpPr>
            <a:spLocks noGrp="1"/>
          </p:cNvSpPr>
          <p:nvPr>
            <p:ph type="title"/>
          </p:nvPr>
        </p:nvSpPr>
        <p:spPr>
          <a:xfrm>
            <a:off x="457200" y="285750"/>
            <a:ext cx="8229600" cy="457200"/>
          </a:xfrm>
          <a:solidFill>
            <a:schemeClr val="bg2">
              <a:lumMod val="75000"/>
            </a:schemeClr>
          </a:solidFill>
        </p:spPr>
        <p:txBody>
          <a:bodyPr>
            <a:noAutofit/>
          </a:bodyPr>
          <a:lstStyle/>
          <a:p>
            <a:pPr algn="ctr"/>
            <a:r>
              <a:rPr lang="en-IN" b="1" dirty="0">
                <a:solidFill>
                  <a:schemeClr val="tx1"/>
                </a:solidFill>
                <a:latin typeface="Times New Roman" pitchFamily="18" charset="0"/>
                <a:cs typeface="Times New Roman" pitchFamily="18" charset="0"/>
              </a:rPr>
              <a:t>Objective</a:t>
            </a:r>
          </a:p>
        </p:txBody>
      </p:sp>
      <p:sp>
        <p:nvSpPr>
          <p:cNvPr id="5" name="Footer Placeholder 4">
            <a:extLst>
              <a:ext uri="{FF2B5EF4-FFF2-40B4-BE49-F238E27FC236}">
                <a16:creationId xmlns:a16="http://schemas.microsoft.com/office/drawing/2014/main" id="{CC405221-347E-9CCD-BA88-4C53ECC3746E}"/>
              </a:ext>
            </a:extLst>
          </p:cNvPr>
          <p:cNvSpPr>
            <a:spLocks noGrp="1"/>
          </p:cNvSpPr>
          <p:nvPr>
            <p:ph type="ftr" sz="quarter" idx="11"/>
          </p:nvPr>
        </p:nvSpPr>
        <p:spPr>
          <a:xfrm>
            <a:off x="2743200" y="4767263"/>
            <a:ext cx="4114800" cy="376237"/>
          </a:xfrm>
        </p:spPr>
        <p:txBody>
          <a:bodyPr/>
          <a:lstStyle/>
          <a:p>
            <a:pPr algn="ctr">
              <a:defRPr/>
            </a:pPr>
            <a:r>
              <a:rPr lang="en-US" sz="1200" dirty="0">
                <a:latin typeface="Times New Roman" pitchFamily="18" charset="0"/>
                <a:cs typeface="Times New Roman" pitchFamily="18" charset="0"/>
              </a:rPr>
              <a:t>CGB1201 – JAVA PROGRAMMING  </a:t>
            </a:r>
          </a:p>
        </p:txBody>
      </p:sp>
      <p:sp>
        <p:nvSpPr>
          <p:cNvPr id="6" name="Slide Number Placeholder 5">
            <a:extLst>
              <a:ext uri="{FF2B5EF4-FFF2-40B4-BE49-F238E27FC236}">
                <a16:creationId xmlns:a16="http://schemas.microsoft.com/office/drawing/2014/main" id="{921C23A5-3836-E986-E59E-625D0AB8CE91}"/>
              </a:ext>
            </a:extLst>
          </p:cNvPr>
          <p:cNvSpPr>
            <a:spLocks noGrp="1"/>
          </p:cNvSpPr>
          <p:nvPr>
            <p:ph type="sldNum" sz="quarter" idx="12"/>
          </p:nvPr>
        </p:nvSpPr>
        <p:spPr/>
        <p:txBody>
          <a:bodyPr/>
          <a:lstStyle/>
          <a:p>
            <a:pPr>
              <a:defRPr/>
            </a:pPr>
            <a:fld id="{0E14ABD8-B1EB-4C07-9937-C8C4E38BDF00}" type="slidenum">
              <a:rPr lang="en-US" altLang="en-US" smtClean="0"/>
              <a:pPr>
                <a:defRPr/>
              </a:pPr>
              <a:t>4</a:t>
            </a:fld>
            <a:endParaRPr lang="en-US" altLang="en-US"/>
          </a:p>
        </p:txBody>
      </p:sp>
      <p:sp>
        <p:nvSpPr>
          <p:cNvPr id="9" name="Content Placeholder 8">
            <a:extLst>
              <a:ext uri="{FF2B5EF4-FFF2-40B4-BE49-F238E27FC236}">
                <a16:creationId xmlns:a16="http://schemas.microsoft.com/office/drawing/2014/main" id="{68BC0376-7A04-C1D1-3ADB-3ADE0434A581}"/>
              </a:ext>
            </a:extLst>
          </p:cNvPr>
          <p:cNvSpPr>
            <a:spLocks noGrp="1"/>
          </p:cNvSpPr>
          <p:nvPr>
            <p:ph sz="quarter" idx="1"/>
          </p:nvPr>
        </p:nvSpPr>
        <p:spPr/>
        <p:txBody>
          <a:bodyPr>
            <a:normAutofit/>
          </a:bodyPr>
          <a:lstStyle/>
          <a:p>
            <a:r>
              <a:rPr lang="en-US" sz="2000" dirty="0">
                <a:latin typeface="Times New Roman" panose="02020603050405020304" pitchFamily="18" charset="0"/>
                <a:cs typeface="Times New Roman" panose="02020603050405020304" pitchFamily="18" charset="0"/>
              </a:rPr>
              <a:t>The objective of a school management system is to streamline and enhance the administrative, academic, and operational processes of educational institutions.</a:t>
            </a:r>
          </a:p>
          <a:p>
            <a:r>
              <a:rPr lang="en-US" sz="2000" dirty="0">
                <a:latin typeface="Times New Roman" panose="02020603050405020304" pitchFamily="18" charset="0"/>
                <a:cs typeface="Times New Roman" panose="02020603050405020304" pitchFamily="18" charset="0"/>
              </a:rPr>
              <a:t>It aims to automate tasks such as admissions, attendance tracking, and fee collection, while maintaining accurate records of students, staff, and resources.  </a:t>
            </a:r>
          </a:p>
          <a:p>
            <a:r>
              <a:rPr lang="en-US" sz="2000" dirty="0">
                <a:latin typeface="Times New Roman" panose="02020603050405020304" pitchFamily="18" charset="0"/>
                <a:cs typeface="Times New Roman" panose="02020603050405020304" pitchFamily="18" charset="0"/>
              </a:rPr>
              <a:t>With tools for generating reports and analyzing data, the system supports informed decision-making.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4699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FB43-016D-4DDB-52D8-BCF00F70ED73}"/>
              </a:ext>
            </a:extLst>
          </p:cNvPr>
          <p:cNvSpPr>
            <a:spLocks noGrp="1"/>
          </p:cNvSpPr>
          <p:nvPr>
            <p:ph type="title"/>
          </p:nvPr>
        </p:nvSpPr>
        <p:spPr>
          <a:xfrm>
            <a:off x="381000" y="0"/>
            <a:ext cx="8229600" cy="742950"/>
          </a:xfrm>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Proposed Architecture</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AFAF8B42-1B21-5C6F-AF75-1ADAF6ED8B08}"/>
              </a:ext>
            </a:extLst>
          </p:cNvPr>
          <p:cNvSpPr>
            <a:spLocks noGrp="1"/>
          </p:cNvSpPr>
          <p:nvPr>
            <p:ph type="ftr" sz="quarter" idx="11"/>
          </p:nvPr>
        </p:nvSpPr>
        <p:spPr>
          <a:xfrm>
            <a:off x="2667000" y="4781550"/>
            <a:ext cx="4035552" cy="228599"/>
          </a:xfrm>
        </p:spPr>
        <p:txBody>
          <a:bodyPr/>
          <a:lstStyle/>
          <a:p>
            <a:pPr algn="ctr">
              <a:defRPr/>
            </a:pPr>
            <a:r>
              <a:rPr lang="en-US" sz="1200" dirty="0">
                <a:latin typeface="Times New Roman" pitchFamily="18" charset="0"/>
                <a:cs typeface="Times New Roman" pitchFamily="18" charset="0"/>
              </a:rPr>
              <a:t>CGB1201 – JAVA PROGRAMMING  </a:t>
            </a:r>
          </a:p>
        </p:txBody>
      </p:sp>
      <p:sp>
        <p:nvSpPr>
          <p:cNvPr id="6" name="Slide Number Placeholder 5">
            <a:extLst>
              <a:ext uri="{FF2B5EF4-FFF2-40B4-BE49-F238E27FC236}">
                <a16:creationId xmlns:a16="http://schemas.microsoft.com/office/drawing/2014/main" id="{5466DEE7-B5D1-AD74-0657-7CAE2D6C0712}"/>
              </a:ext>
            </a:extLst>
          </p:cNvPr>
          <p:cNvSpPr>
            <a:spLocks noGrp="1"/>
          </p:cNvSpPr>
          <p:nvPr>
            <p:ph type="sldNum" sz="quarter" idx="12"/>
          </p:nvPr>
        </p:nvSpPr>
        <p:spPr/>
        <p:txBody>
          <a:bodyPr/>
          <a:lstStyle/>
          <a:p>
            <a:pPr>
              <a:defRPr/>
            </a:pPr>
            <a:fld id="{0E14ABD8-B1EB-4C07-9937-C8C4E38BDF00}" type="slidenum">
              <a:rPr lang="en-US" altLang="en-US" smtClean="0"/>
              <a:pPr>
                <a:defRPr/>
              </a:pPr>
              <a:t>5</a:t>
            </a:fld>
            <a:endParaRPr lang="en-US" altLang="en-US"/>
          </a:p>
        </p:txBody>
      </p:sp>
      <p:pic>
        <p:nvPicPr>
          <p:cNvPr id="7" name="Content Placeholder 6">
            <a:extLst>
              <a:ext uri="{FF2B5EF4-FFF2-40B4-BE49-F238E27FC236}">
                <a16:creationId xmlns:a16="http://schemas.microsoft.com/office/drawing/2014/main" id="{977A5274-31EE-090C-D664-449C3871B81A}"/>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981200" y="914400"/>
            <a:ext cx="4495800" cy="3703638"/>
          </a:xfrm>
        </p:spPr>
      </p:pic>
    </p:spTree>
    <p:extLst>
      <p:ext uri="{BB962C8B-B14F-4D97-AF65-F5344CB8AC3E}">
        <p14:creationId xmlns:p14="http://schemas.microsoft.com/office/powerpoint/2010/main" val="77718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B6BB-2415-497F-4C70-6A70B013581E}"/>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Java Programming  - Concepts Used</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F55EE2C0-12B3-E6E1-5A16-64A0C6634B04}"/>
              </a:ext>
            </a:extLst>
          </p:cNvPr>
          <p:cNvSpPr>
            <a:spLocks noGrp="1"/>
          </p:cNvSpPr>
          <p:nvPr>
            <p:ph type="ftr" sz="quarter" idx="11"/>
          </p:nvPr>
        </p:nvSpPr>
        <p:spPr>
          <a:xfrm>
            <a:off x="2514600" y="4767263"/>
            <a:ext cx="4035552" cy="376237"/>
          </a:xfrm>
        </p:spPr>
        <p:txBody>
          <a:bodyPr/>
          <a:lstStyle/>
          <a:p>
            <a:pPr algn="ctr">
              <a:defRPr/>
            </a:pPr>
            <a:r>
              <a:rPr lang="en-US" sz="1200" dirty="0">
                <a:latin typeface="Times New Roman" pitchFamily="18" charset="0"/>
                <a:cs typeface="Times New Roman" pitchFamily="18" charset="0"/>
              </a:rPr>
              <a:t>CGB1201 – JAVA PROGRAMMING </a:t>
            </a:r>
          </a:p>
        </p:txBody>
      </p:sp>
      <p:sp>
        <p:nvSpPr>
          <p:cNvPr id="6" name="Slide Number Placeholder 5">
            <a:extLst>
              <a:ext uri="{FF2B5EF4-FFF2-40B4-BE49-F238E27FC236}">
                <a16:creationId xmlns:a16="http://schemas.microsoft.com/office/drawing/2014/main" id="{05A628F9-F7CC-2DB8-AAC5-C0EF604976FD}"/>
              </a:ext>
            </a:extLst>
          </p:cNvPr>
          <p:cNvSpPr>
            <a:spLocks noGrp="1"/>
          </p:cNvSpPr>
          <p:nvPr>
            <p:ph type="sldNum" sz="quarter" idx="12"/>
          </p:nvPr>
        </p:nvSpPr>
        <p:spPr/>
        <p:txBody>
          <a:bodyPr/>
          <a:lstStyle/>
          <a:p>
            <a:pPr>
              <a:defRPr/>
            </a:pPr>
            <a:fld id="{0E14ABD8-B1EB-4C07-9937-C8C4E38BDF00}" type="slidenum">
              <a:rPr lang="en-US" altLang="en-US" smtClean="0"/>
              <a:pPr>
                <a:defRPr/>
              </a:pPr>
              <a:t>6</a:t>
            </a:fld>
            <a:endParaRPr lang="en-US" altLang="en-US"/>
          </a:p>
        </p:txBody>
      </p:sp>
      <p:sp>
        <p:nvSpPr>
          <p:cNvPr id="3" name="Content Placeholder 2">
            <a:extLst>
              <a:ext uri="{FF2B5EF4-FFF2-40B4-BE49-F238E27FC236}">
                <a16:creationId xmlns:a16="http://schemas.microsoft.com/office/drawing/2014/main" id="{2AC2A75F-B902-2E39-B132-184CA4C15438}"/>
              </a:ext>
            </a:extLst>
          </p:cNvPr>
          <p:cNvSpPr>
            <a:spLocks noGrp="1"/>
          </p:cNvSpPr>
          <p:nvPr>
            <p:ph sz="quarter" idx="1"/>
          </p:nvPr>
        </p:nvSpPr>
        <p:spPr/>
        <p:txBody>
          <a:bodyPr>
            <a:normAutofit/>
          </a:bodyPr>
          <a:lstStyle/>
          <a:p>
            <a:pPr>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User Management</a:t>
            </a:r>
          </a:p>
          <a:p>
            <a:pPr>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Student Information Management</a:t>
            </a:r>
          </a:p>
          <a:p>
            <a:pPr>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Staff Management</a:t>
            </a:r>
          </a:p>
          <a:p>
            <a:pPr>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Attendance Management</a:t>
            </a:r>
          </a:p>
          <a:p>
            <a:pPr>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Fee and Finance Management</a:t>
            </a:r>
          </a:p>
          <a:p>
            <a:pPr>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Academic Management</a:t>
            </a:r>
          </a:p>
          <a:p>
            <a:pPr>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Library Management</a:t>
            </a:r>
          </a:p>
        </p:txBody>
      </p:sp>
    </p:spTree>
    <p:extLst>
      <p:ext uri="{BB962C8B-B14F-4D97-AF65-F5344CB8AC3E}">
        <p14:creationId xmlns:p14="http://schemas.microsoft.com/office/powerpoint/2010/main" val="3300557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E8CD-B6C3-C340-0D91-BCD437C40468}"/>
              </a:ext>
            </a:extLst>
          </p:cNvPr>
          <p:cNvSpPr>
            <a:spLocks noGrp="1"/>
          </p:cNvSpPr>
          <p:nvPr>
            <p:ph type="title"/>
          </p:nvPr>
        </p:nvSpPr>
        <p:spPr>
          <a:xfrm>
            <a:off x="457200" y="133350"/>
            <a:ext cx="8229600" cy="742950"/>
          </a:xfrm>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List of Modules</a:t>
            </a:r>
          </a:p>
        </p:txBody>
      </p:sp>
      <p:sp>
        <p:nvSpPr>
          <p:cNvPr id="5" name="Footer Placeholder 4">
            <a:extLst>
              <a:ext uri="{FF2B5EF4-FFF2-40B4-BE49-F238E27FC236}">
                <a16:creationId xmlns:a16="http://schemas.microsoft.com/office/drawing/2014/main" id="{4D95C9AB-6F24-D9B7-D1F9-29164BA10B30}"/>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sp>
        <p:nvSpPr>
          <p:cNvPr id="6" name="Slide Number Placeholder 5">
            <a:extLst>
              <a:ext uri="{FF2B5EF4-FFF2-40B4-BE49-F238E27FC236}">
                <a16:creationId xmlns:a16="http://schemas.microsoft.com/office/drawing/2014/main" id="{2A144F88-4A41-564C-4A77-41044675C317}"/>
              </a:ext>
            </a:extLst>
          </p:cNvPr>
          <p:cNvSpPr>
            <a:spLocks noGrp="1"/>
          </p:cNvSpPr>
          <p:nvPr>
            <p:ph type="sldNum" sz="quarter" idx="12"/>
          </p:nvPr>
        </p:nvSpPr>
        <p:spPr/>
        <p:txBody>
          <a:bodyPr/>
          <a:lstStyle/>
          <a:p>
            <a:pPr>
              <a:defRPr/>
            </a:pPr>
            <a:fld id="{0E14ABD8-B1EB-4C07-9937-C8C4E38BDF00}" type="slidenum">
              <a:rPr lang="en-US" altLang="en-US" smtClean="0"/>
              <a:pPr>
                <a:defRPr/>
              </a:pPr>
              <a:t>7</a:t>
            </a:fld>
            <a:endParaRPr lang="en-US" altLang="en-US"/>
          </a:p>
        </p:txBody>
      </p:sp>
      <p:sp>
        <p:nvSpPr>
          <p:cNvPr id="3" name="Content Placeholder 2">
            <a:extLst>
              <a:ext uri="{FF2B5EF4-FFF2-40B4-BE49-F238E27FC236}">
                <a16:creationId xmlns:a16="http://schemas.microsoft.com/office/drawing/2014/main" id="{F498DCEC-7ACA-7687-5074-5D991881E0C3}"/>
              </a:ext>
            </a:extLst>
          </p:cNvPr>
          <p:cNvSpPr>
            <a:spLocks noGrp="1"/>
          </p:cNvSpPr>
          <p:nvPr>
            <p:ph sz="quarter" idx="1"/>
          </p:nvPr>
        </p:nvSpPr>
        <p:spPr/>
        <p:txBody>
          <a:bodyPr/>
          <a:lstStyle/>
          <a:p>
            <a:pPr>
              <a:lnSpc>
                <a:spcPct val="150000"/>
              </a:lnSpc>
            </a:pPr>
            <a:r>
              <a:rPr lang="en-IN" dirty="0">
                <a:latin typeface="Times New Roman" panose="02020603050405020304" pitchFamily="18" charset="0"/>
                <a:cs typeface="Times New Roman" panose="02020603050405020304" pitchFamily="18" charset="0"/>
              </a:rPr>
              <a:t>Student Management Module</a:t>
            </a:r>
          </a:p>
          <a:p>
            <a:pPr>
              <a:lnSpc>
                <a:spcPct val="150000"/>
              </a:lnSpc>
            </a:pPr>
            <a:r>
              <a:rPr lang="en-IN" dirty="0">
                <a:latin typeface="Times New Roman" panose="02020603050405020304" pitchFamily="18" charset="0"/>
                <a:cs typeface="Times New Roman" panose="02020603050405020304" pitchFamily="18" charset="0"/>
              </a:rPr>
              <a:t>Attendance Management Module</a:t>
            </a:r>
          </a:p>
          <a:p>
            <a:pPr>
              <a:lnSpc>
                <a:spcPct val="150000"/>
              </a:lnSpc>
            </a:pPr>
            <a:r>
              <a:rPr lang="en-IN" dirty="0">
                <a:latin typeface="Times New Roman" panose="02020603050405020304" pitchFamily="18" charset="0"/>
                <a:cs typeface="Times New Roman" panose="02020603050405020304" pitchFamily="18" charset="0"/>
              </a:rPr>
              <a:t>Course Management Module</a:t>
            </a:r>
          </a:p>
          <a:p>
            <a:pPr>
              <a:lnSpc>
                <a:spcPct val="150000"/>
              </a:lnSpc>
            </a:pPr>
            <a:r>
              <a:rPr lang="en-IN" dirty="0">
                <a:latin typeface="Times New Roman" panose="02020603050405020304" pitchFamily="18" charset="0"/>
                <a:cs typeface="Times New Roman" panose="02020603050405020304" pitchFamily="18" charset="0"/>
              </a:rPr>
              <a:t>Reporting and Analytics Module</a:t>
            </a:r>
          </a:p>
          <a:p>
            <a:pPr>
              <a:lnSpc>
                <a:spcPct val="150000"/>
              </a:lnSpc>
            </a:pPr>
            <a:r>
              <a:rPr lang="en-IN" dirty="0">
                <a:latin typeface="Times New Roman" panose="02020603050405020304" pitchFamily="18" charset="0"/>
                <a:cs typeface="Times New Roman" panose="02020603050405020304" pitchFamily="18" charset="0"/>
              </a:rPr>
              <a:t>User Management Module</a:t>
            </a:r>
          </a:p>
        </p:txBody>
      </p:sp>
    </p:spTree>
    <p:extLst>
      <p:ext uri="{BB962C8B-B14F-4D97-AF65-F5344CB8AC3E}">
        <p14:creationId xmlns:p14="http://schemas.microsoft.com/office/powerpoint/2010/main" val="3538875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Module Description</a:t>
            </a:r>
            <a:endParaRPr lang="en-US"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8</a:t>
            </a:fld>
            <a:endParaRPr lang="en-US" altLang="en-US"/>
          </a:p>
        </p:txBody>
      </p:sp>
      <p:sp>
        <p:nvSpPr>
          <p:cNvPr id="5" name="Content Placeholder 4"/>
          <p:cNvSpPr>
            <a:spLocks noGrp="1"/>
          </p:cNvSpPr>
          <p:nvPr>
            <p:ph sz="quarter" idx="1"/>
          </p:nvPr>
        </p:nvSpPr>
        <p:spPr/>
        <p:txBody>
          <a:bodyPr>
            <a:normAutofit lnSpcReduction="10000"/>
          </a:bodyPr>
          <a:lstStyle/>
          <a:p>
            <a:pPr algn="just">
              <a:lnSpc>
                <a:spcPct val="150000"/>
              </a:lnSpc>
            </a:pPr>
            <a:r>
              <a:rPr lang="en-IN" sz="2000" dirty="0">
                <a:latin typeface="Times New Roman" panose="02020603050405020304" pitchFamily="18" charset="0"/>
                <a:cs typeface="Times New Roman" panose="02020603050405020304" pitchFamily="18" charset="0"/>
              </a:rPr>
              <a:t>Student Management Module: Handles student enrolment, updates, and record-keeping. Stores details like student ID, name, course, year, and personal information.</a:t>
            </a:r>
          </a:p>
          <a:p>
            <a:pPr algn="just">
              <a:lnSpc>
                <a:spcPct val="150000"/>
              </a:lnSpc>
            </a:pPr>
            <a:r>
              <a:rPr lang="en-IN" sz="2000" dirty="0">
                <a:latin typeface="Times New Roman" panose="02020603050405020304" pitchFamily="18" charset="0"/>
                <a:cs typeface="Times New Roman" panose="02020603050405020304" pitchFamily="18" charset="0"/>
              </a:rPr>
              <a:t>Attendance Management Module: Tracks and records attendance for each </a:t>
            </a:r>
            <a:r>
              <a:rPr lang="en-IN" sz="2000" dirty="0" err="1">
                <a:latin typeface="Times New Roman" panose="02020603050405020304" pitchFamily="18" charset="0"/>
                <a:cs typeface="Times New Roman" panose="02020603050405020304" pitchFamily="18" charset="0"/>
              </a:rPr>
              <a:t>student.Provides</a:t>
            </a:r>
            <a:r>
              <a:rPr lang="en-IN" sz="2000" dirty="0">
                <a:latin typeface="Times New Roman" panose="02020603050405020304" pitchFamily="18" charset="0"/>
                <a:cs typeface="Times New Roman" panose="02020603050405020304" pitchFamily="18" charset="0"/>
              </a:rPr>
              <a:t> options to view individual or overall attendance details.</a:t>
            </a:r>
          </a:p>
          <a:p>
            <a:pPr algn="just">
              <a:lnSpc>
                <a:spcPct val="150000"/>
              </a:lnSpc>
            </a:pPr>
            <a:r>
              <a:rPr lang="en-IN" sz="2000" dirty="0">
                <a:latin typeface="Times New Roman" panose="02020603050405020304" pitchFamily="18" charset="0"/>
                <a:cs typeface="Times New Roman" panose="02020603050405020304" pitchFamily="18" charset="0"/>
              </a:rPr>
              <a:t>Course Management Module: </a:t>
            </a:r>
            <a:r>
              <a:rPr lang="en-US" sz="2000" dirty="0">
                <a:latin typeface="Times New Roman" panose="02020603050405020304" pitchFamily="18" charset="0"/>
                <a:cs typeface="Times New Roman" panose="02020603050405020304" pitchFamily="18" charset="0"/>
              </a:rPr>
              <a:t>Manages courses and their association with students and faculty. Allows updating of course details and linking to academic years.</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US" dirty="0"/>
          </a:p>
        </p:txBody>
      </p:sp>
      <p:sp>
        <p:nvSpPr>
          <p:cNvPr id="6" name="Footer Placeholder 4">
            <a:extLst>
              <a:ext uri="{FF2B5EF4-FFF2-40B4-BE49-F238E27FC236}">
                <a16:creationId xmlns:a16="http://schemas.microsoft.com/office/drawing/2014/main" id="{4D95C9AB-6F24-D9B7-D1F9-29164BA10B30}"/>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Module Description (Cont..)</a:t>
            </a:r>
            <a:endParaRPr lang="en-US"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9</a:t>
            </a:fld>
            <a:endParaRPr lang="en-US" altLang="en-US"/>
          </a:p>
        </p:txBody>
      </p:sp>
      <p:sp>
        <p:nvSpPr>
          <p:cNvPr id="5" name="Content Placeholder 4"/>
          <p:cNvSpPr>
            <a:spLocks noGrp="1"/>
          </p:cNvSpPr>
          <p:nvPr>
            <p:ph sz="quarter" idx="1"/>
          </p:nvPr>
        </p:nvSpPr>
        <p:spPr/>
        <p:txBody>
          <a:bodyPr/>
          <a:lstStyle/>
          <a:p>
            <a:pPr>
              <a:lnSpc>
                <a:spcPct val="150000"/>
              </a:lnSpc>
            </a:pPr>
            <a:r>
              <a:rPr lang="en-IN" sz="2000" dirty="0">
                <a:latin typeface="Times New Roman" panose="02020603050405020304" pitchFamily="18" charset="0"/>
                <a:cs typeface="Times New Roman" panose="02020603050405020304" pitchFamily="18" charset="0"/>
              </a:rPr>
              <a:t>Reporting and Analytics Module:</a:t>
            </a:r>
            <a:r>
              <a:rPr lang="en-US" sz="2000" dirty="0">
                <a:latin typeface="Times New Roman" panose="02020603050405020304" pitchFamily="18" charset="0"/>
                <a:cs typeface="Times New Roman" panose="02020603050405020304" pitchFamily="18" charset="0"/>
              </a:rPr>
              <a:t>Generates reports on attendance, student details, and overall system usage. Provides insights for administrative decision-making.</a:t>
            </a:r>
          </a:p>
          <a:p>
            <a:pPr>
              <a:lnSpc>
                <a:spcPct val="150000"/>
              </a:lnSpc>
            </a:pPr>
            <a:r>
              <a:rPr lang="en-IN" sz="2000" dirty="0">
                <a:latin typeface="Times New Roman" panose="02020603050405020304" pitchFamily="18" charset="0"/>
                <a:cs typeface="Times New Roman" panose="02020603050405020304" pitchFamily="18" charset="0"/>
              </a:rPr>
              <a:t>User Management Module:</a:t>
            </a:r>
            <a:r>
              <a:rPr lang="en-US" sz="2000" dirty="0">
                <a:latin typeface="Times New Roman" panose="02020603050405020304" pitchFamily="18" charset="0"/>
                <a:cs typeface="Times New Roman" panose="02020603050405020304" pitchFamily="18" charset="0"/>
              </a:rPr>
              <a:t>Provides access control for administrators, teachers, and students. Ensures secure data handling and role-specific permissions.</a:t>
            </a:r>
            <a:endParaRPr lang="en-IN" sz="2000" dirty="0">
              <a:latin typeface="Times New Roman" panose="02020603050405020304" pitchFamily="18" charset="0"/>
              <a:cs typeface="Times New Roman" panose="02020603050405020304" pitchFamily="18" charset="0"/>
            </a:endParaRPr>
          </a:p>
          <a:p>
            <a:endParaRPr lang="en-US" sz="2000" dirty="0"/>
          </a:p>
          <a:p>
            <a:endParaRPr lang="en-IN" sz="2000" dirty="0">
              <a:latin typeface="Times New Roman" panose="02020603050405020304" pitchFamily="18" charset="0"/>
              <a:cs typeface="Times New Roman" panose="02020603050405020304" pitchFamily="18" charset="0"/>
            </a:endParaRPr>
          </a:p>
          <a:p>
            <a:endParaRPr lang="en-US" dirty="0"/>
          </a:p>
        </p:txBody>
      </p:sp>
      <p:sp>
        <p:nvSpPr>
          <p:cNvPr id="7" name="Footer Placeholder 4">
            <a:extLst>
              <a:ext uri="{FF2B5EF4-FFF2-40B4-BE49-F238E27FC236}">
                <a16:creationId xmlns:a16="http://schemas.microsoft.com/office/drawing/2014/main" id="{4D95C9AB-6F24-D9B7-D1F9-29164BA10B30}"/>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Source Code</a:t>
            </a:r>
            <a:endParaRPr lang="en-US"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10</a:t>
            </a:fld>
            <a:endParaRPr lang="en-US" altLang="en-US"/>
          </a:p>
        </p:txBody>
      </p:sp>
      <p:sp>
        <p:nvSpPr>
          <p:cNvPr id="5" name="Content Placeholder 4"/>
          <p:cNvSpPr>
            <a:spLocks noGrp="1"/>
          </p:cNvSpPr>
          <p:nvPr>
            <p:ph sz="quarter" idx="1"/>
          </p:nvPr>
        </p:nvSpPr>
        <p:spPr>
          <a:xfrm>
            <a:off x="465221" y="590550"/>
            <a:ext cx="8229600" cy="3703320"/>
          </a:xfrm>
        </p:spPr>
        <p:txBody>
          <a:bodyPr>
            <a:normAutofit/>
          </a:bodyPr>
          <a:lstStyle/>
          <a:p>
            <a:r>
              <a:rPr lang="en-US" dirty="0"/>
              <a:t> </a:t>
            </a:r>
          </a:p>
        </p:txBody>
      </p:sp>
      <p:sp>
        <p:nvSpPr>
          <p:cNvPr id="6" name="Footer Placeholder 4">
            <a:extLst>
              <a:ext uri="{FF2B5EF4-FFF2-40B4-BE49-F238E27FC236}">
                <a16:creationId xmlns:a16="http://schemas.microsoft.com/office/drawing/2014/main" id="{4D95C9AB-6F24-D9B7-D1F9-29164BA10B30}"/>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pic>
        <p:nvPicPr>
          <p:cNvPr id="7" name="Picture 6">
            <a:extLst>
              <a:ext uri="{FF2B5EF4-FFF2-40B4-BE49-F238E27FC236}">
                <a16:creationId xmlns:a16="http://schemas.microsoft.com/office/drawing/2014/main" id="{339D9ACE-7AE3-9832-0ED4-3F81FC44EAB2}"/>
              </a:ext>
            </a:extLst>
          </p:cNvPr>
          <p:cNvPicPr>
            <a:picLocks noChangeAspect="1"/>
          </p:cNvPicPr>
          <p:nvPr/>
        </p:nvPicPr>
        <p:blipFill>
          <a:blip r:embed="rId2"/>
          <a:stretch>
            <a:fillRect/>
          </a:stretch>
        </p:blipFill>
        <p:spPr>
          <a:xfrm>
            <a:off x="762000" y="866675"/>
            <a:ext cx="3200400" cy="3820779"/>
          </a:xfrm>
          <a:prstGeom prst="rect">
            <a:avLst/>
          </a:prstGeom>
        </p:spPr>
      </p:pic>
      <p:pic>
        <p:nvPicPr>
          <p:cNvPr id="9" name="Picture 8">
            <a:extLst>
              <a:ext uri="{FF2B5EF4-FFF2-40B4-BE49-F238E27FC236}">
                <a16:creationId xmlns:a16="http://schemas.microsoft.com/office/drawing/2014/main" id="{A6D6FE88-A41E-7928-9370-486E13A4DEFD}"/>
              </a:ext>
            </a:extLst>
          </p:cNvPr>
          <p:cNvPicPr>
            <a:picLocks noChangeAspect="1"/>
          </p:cNvPicPr>
          <p:nvPr/>
        </p:nvPicPr>
        <p:blipFill>
          <a:blip r:embed="rId3"/>
          <a:stretch>
            <a:fillRect/>
          </a:stretch>
        </p:blipFill>
        <p:spPr>
          <a:xfrm>
            <a:off x="4495800" y="866675"/>
            <a:ext cx="3657600" cy="38207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89DF-B26C-4238-63E3-A4D7A02D3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04A37-3D8D-CB03-7F16-BD61F261B94A}"/>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Source Code</a:t>
            </a:r>
            <a:endParaRPr lang="en-US" b="1"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D13C37E-3CE3-68B8-B63D-2D89F048DE1B}"/>
              </a:ext>
            </a:extLst>
          </p:cNvPr>
          <p:cNvSpPr>
            <a:spLocks noGrp="1"/>
          </p:cNvSpPr>
          <p:nvPr>
            <p:ph type="sldNum" sz="quarter" idx="12"/>
          </p:nvPr>
        </p:nvSpPr>
        <p:spPr/>
        <p:txBody>
          <a:bodyPr/>
          <a:lstStyle/>
          <a:p>
            <a:pPr>
              <a:defRPr/>
            </a:pPr>
            <a:fld id="{0E14ABD8-B1EB-4C07-9937-C8C4E38BDF00}" type="slidenum">
              <a:rPr lang="en-US" altLang="en-US" smtClean="0"/>
              <a:pPr>
                <a:defRPr/>
              </a:pPr>
              <a:t>11</a:t>
            </a:fld>
            <a:endParaRPr lang="en-US" altLang="en-US"/>
          </a:p>
        </p:txBody>
      </p:sp>
      <p:sp>
        <p:nvSpPr>
          <p:cNvPr id="5" name="Content Placeholder 4">
            <a:extLst>
              <a:ext uri="{FF2B5EF4-FFF2-40B4-BE49-F238E27FC236}">
                <a16:creationId xmlns:a16="http://schemas.microsoft.com/office/drawing/2014/main" id="{A6F634B6-55DC-458C-4F39-1E3811DA0194}"/>
              </a:ext>
            </a:extLst>
          </p:cNvPr>
          <p:cNvSpPr>
            <a:spLocks noGrp="1"/>
          </p:cNvSpPr>
          <p:nvPr>
            <p:ph sz="quarter" idx="1"/>
          </p:nvPr>
        </p:nvSpPr>
        <p:spPr>
          <a:xfrm>
            <a:off x="465221" y="590550"/>
            <a:ext cx="8229600" cy="3703320"/>
          </a:xfrm>
        </p:spPr>
        <p:txBody>
          <a:bodyPr>
            <a:normAutofit/>
          </a:bodyPr>
          <a:lstStyle/>
          <a:p>
            <a:r>
              <a:rPr lang="en-US" dirty="0"/>
              <a:t> </a:t>
            </a:r>
          </a:p>
        </p:txBody>
      </p:sp>
      <p:sp>
        <p:nvSpPr>
          <p:cNvPr id="6" name="Footer Placeholder 4">
            <a:extLst>
              <a:ext uri="{FF2B5EF4-FFF2-40B4-BE49-F238E27FC236}">
                <a16:creationId xmlns:a16="http://schemas.microsoft.com/office/drawing/2014/main" id="{66ADA99E-E795-7E16-9FE1-4370BD066FED}"/>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pic>
        <p:nvPicPr>
          <p:cNvPr id="7" name="Picture 6">
            <a:extLst>
              <a:ext uri="{FF2B5EF4-FFF2-40B4-BE49-F238E27FC236}">
                <a16:creationId xmlns:a16="http://schemas.microsoft.com/office/drawing/2014/main" id="{1DF23907-B762-6B43-0141-AB84E1349D44}"/>
              </a:ext>
            </a:extLst>
          </p:cNvPr>
          <p:cNvPicPr>
            <a:picLocks noChangeAspect="1"/>
          </p:cNvPicPr>
          <p:nvPr/>
        </p:nvPicPr>
        <p:blipFill>
          <a:blip r:embed="rId2"/>
          <a:stretch>
            <a:fillRect/>
          </a:stretch>
        </p:blipFill>
        <p:spPr>
          <a:xfrm>
            <a:off x="914400" y="971550"/>
            <a:ext cx="3276600" cy="3703320"/>
          </a:xfrm>
          <a:prstGeom prst="rect">
            <a:avLst/>
          </a:prstGeom>
        </p:spPr>
      </p:pic>
      <p:pic>
        <p:nvPicPr>
          <p:cNvPr id="9" name="Picture 8">
            <a:extLst>
              <a:ext uri="{FF2B5EF4-FFF2-40B4-BE49-F238E27FC236}">
                <a16:creationId xmlns:a16="http://schemas.microsoft.com/office/drawing/2014/main" id="{AADCFB4C-2D70-0B74-2494-E0BDCD1A5A9D}"/>
              </a:ext>
            </a:extLst>
          </p:cNvPr>
          <p:cNvPicPr>
            <a:picLocks noChangeAspect="1"/>
          </p:cNvPicPr>
          <p:nvPr/>
        </p:nvPicPr>
        <p:blipFill>
          <a:blip r:embed="rId3"/>
          <a:stretch>
            <a:fillRect/>
          </a:stretch>
        </p:blipFill>
        <p:spPr>
          <a:xfrm>
            <a:off x="4565667" y="971550"/>
            <a:ext cx="3276600" cy="3703320"/>
          </a:xfrm>
          <a:prstGeom prst="rect">
            <a:avLst/>
          </a:prstGeom>
        </p:spPr>
      </p:pic>
    </p:spTree>
    <p:extLst>
      <p:ext uri="{BB962C8B-B14F-4D97-AF65-F5344CB8AC3E}">
        <p14:creationId xmlns:p14="http://schemas.microsoft.com/office/powerpoint/2010/main" val="2855143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65054-C3E7-FEA0-7D2A-AAD9AAB31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96F19-C742-D782-6215-24125C2E3107}"/>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Source Code</a:t>
            </a:r>
            <a:endParaRPr lang="en-US" b="1"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00EAF950-849A-FAFA-79A9-156C7577A49F}"/>
              </a:ext>
            </a:extLst>
          </p:cNvPr>
          <p:cNvSpPr>
            <a:spLocks noGrp="1"/>
          </p:cNvSpPr>
          <p:nvPr>
            <p:ph type="sldNum" sz="quarter" idx="12"/>
          </p:nvPr>
        </p:nvSpPr>
        <p:spPr/>
        <p:txBody>
          <a:bodyPr/>
          <a:lstStyle/>
          <a:p>
            <a:pPr>
              <a:defRPr/>
            </a:pPr>
            <a:fld id="{0E14ABD8-B1EB-4C07-9937-C8C4E38BDF00}" type="slidenum">
              <a:rPr lang="en-US" altLang="en-US" smtClean="0"/>
              <a:pPr>
                <a:defRPr/>
              </a:pPr>
              <a:t>12</a:t>
            </a:fld>
            <a:endParaRPr lang="en-US" altLang="en-US"/>
          </a:p>
        </p:txBody>
      </p:sp>
      <p:sp>
        <p:nvSpPr>
          <p:cNvPr id="5" name="Content Placeholder 4">
            <a:extLst>
              <a:ext uri="{FF2B5EF4-FFF2-40B4-BE49-F238E27FC236}">
                <a16:creationId xmlns:a16="http://schemas.microsoft.com/office/drawing/2014/main" id="{5847D5D8-7B71-FF44-578C-33862378ED18}"/>
              </a:ext>
            </a:extLst>
          </p:cNvPr>
          <p:cNvSpPr>
            <a:spLocks noGrp="1"/>
          </p:cNvSpPr>
          <p:nvPr>
            <p:ph sz="quarter" idx="1"/>
          </p:nvPr>
        </p:nvSpPr>
        <p:spPr>
          <a:xfrm>
            <a:off x="465221" y="590550"/>
            <a:ext cx="8229600" cy="3703320"/>
          </a:xfrm>
        </p:spPr>
        <p:txBody>
          <a:bodyPr>
            <a:normAutofit/>
          </a:bodyPr>
          <a:lstStyle/>
          <a:p>
            <a:r>
              <a:rPr lang="en-US" dirty="0"/>
              <a:t> </a:t>
            </a:r>
          </a:p>
        </p:txBody>
      </p:sp>
      <p:sp>
        <p:nvSpPr>
          <p:cNvPr id="6" name="Footer Placeholder 4">
            <a:extLst>
              <a:ext uri="{FF2B5EF4-FFF2-40B4-BE49-F238E27FC236}">
                <a16:creationId xmlns:a16="http://schemas.microsoft.com/office/drawing/2014/main" id="{2011A20C-EF22-D3E2-6A45-615295AD68B8}"/>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pic>
        <p:nvPicPr>
          <p:cNvPr id="7" name="Picture 6">
            <a:extLst>
              <a:ext uri="{FF2B5EF4-FFF2-40B4-BE49-F238E27FC236}">
                <a16:creationId xmlns:a16="http://schemas.microsoft.com/office/drawing/2014/main" id="{19285FBA-88E1-9AD3-F21E-544E4AA15A05}"/>
              </a:ext>
            </a:extLst>
          </p:cNvPr>
          <p:cNvPicPr>
            <a:picLocks noChangeAspect="1"/>
          </p:cNvPicPr>
          <p:nvPr/>
        </p:nvPicPr>
        <p:blipFill>
          <a:blip r:embed="rId2"/>
          <a:stretch>
            <a:fillRect/>
          </a:stretch>
        </p:blipFill>
        <p:spPr>
          <a:xfrm>
            <a:off x="762001" y="991854"/>
            <a:ext cx="3352800" cy="3748338"/>
          </a:xfrm>
          <a:prstGeom prst="rect">
            <a:avLst/>
          </a:prstGeom>
        </p:spPr>
      </p:pic>
      <p:pic>
        <p:nvPicPr>
          <p:cNvPr id="9" name="Picture 8">
            <a:extLst>
              <a:ext uri="{FF2B5EF4-FFF2-40B4-BE49-F238E27FC236}">
                <a16:creationId xmlns:a16="http://schemas.microsoft.com/office/drawing/2014/main" id="{E263DF11-343F-AFE2-A1A6-E03D0031E773}"/>
              </a:ext>
            </a:extLst>
          </p:cNvPr>
          <p:cNvPicPr>
            <a:picLocks noChangeAspect="1"/>
          </p:cNvPicPr>
          <p:nvPr/>
        </p:nvPicPr>
        <p:blipFill>
          <a:blip r:embed="rId3"/>
          <a:stretch>
            <a:fillRect/>
          </a:stretch>
        </p:blipFill>
        <p:spPr>
          <a:xfrm>
            <a:off x="4469730" y="991854"/>
            <a:ext cx="3912270" cy="3649803"/>
          </a:xfrm>
          <a:prstGeom prst="rect">
            <a:avLst/>
          </a:prstGeom>
        </p:spPr>
      </p:pic>
    </p:spTree>
    <p:extLst>
      <p:ext uri="{BB962C8B-B14F-4D97-AF65-F5344CB8AC3E}">
        <p14:creationId xmlns:p14="http://schemas.microsoft.com/office/powerpoint/2010/main" val="865286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048EE-5C1E-C87A-C2EE-14B0187F7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8DCE0-3DDF-183E-D1E9-323C8A3E3C14}"/>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Source Code</a:t>
            </a:r>
            <a:endParaRPr lang="en-US" b="1"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B533E25A-ACD2-D070-4347-D6954E94B58C}"/>
              </a:ext>
            </a:extLst>
          </p:cNvPr>
          <p:cNvSpPr>
            <a:spLocks noGrp="1"/>
          </p:cNvSpPr>
          <p:nvPr>
            <p:ph type="sldNum" sz="quarter" idx="12"/>
          </p:nvPr>
        </p:nvSpPr>
        <p:spPr/>
        <p:txBody>
          <a:bodyPr/>
          <a:lstStyle/>
          <a:p>
            <a:pPr>
              <a:defRPr/>
            </a:pPr>
            <a:fld id="{0E14ABD8-B1EB-4C07-9937-C8C4E38BDF00}" type="slidenum">
              <a:rPr lang="en-US" altLang="en-US" smtClean="0"/>
              <a:pPr>
                <a:defRPr/>
              </a:pPr>
              <a:t>13</a:t>
            </a:fld>
            <a:endParaRPr lang="en-US" altLang="en-US"/>
          </a:p>
        </p:txBody>
      </p:sp>
      <p:sp>
        <p:nvSpPr>
          <p:cNvPr id="5" name="Content Placeholder 4">
            <a:extLst>
              <a:ext uri="{FF2B5EF4-FFF2-40B4-BE49-F238E27FC236}">
                <a16:creationId xmlns:a16="http://schemas.microsoft.com/office/drawing/2014/main" id="{E77E179E-FE77-3AB6-4E1C-EE0FB1AB8CC8}"/>
              </a:ext>
            </a:extLst>
          </p:cNvPr>
          <p:cNvSpPr>
            <a:spLocks noGrp="1"/>
          </p:cNvSpPr>
          <p:nvPr>
            <p:ph sz="quarter" idx="1"/>
          </p:nvPr>
        </p:nvSpPr>
        <p:spPr>
          <a:xfrm>
            <a:off x="465221" y="590550"/>
            <a:ext cx="8229600" cy="3703320"/>
          </a:xfrm>
        </p:spPr>
        <p:txBody>
          <a:bodyPr>
            <a:normAutofit/>
          </a:bodyPr>
          <a:lstStyle/>
          <a:p>
            <a:r>
              <a:rPr lang="en-US" dirty="0"/>
              <a:t> </a:t>
            </a:r>
          </a:p>
        </p:txBody>
      </p:sp>
      <p:sp>
        <p:nvSpPr>
          <p:cNvPr id="6" name="Footer Placeholder 4">
            <a:extLst>
              <a:ext uri="{FF2B5EF4-FFF2-40B4-BE49-F238E27FC236}">
                <a16:creationId xmlns:a16="http://schemas.microsoft.com/office/drawing/2014/main" id="{0797E850-D847-6E23-27F5-050CEA938481}"/>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pic>
        <p:nvPicPr>
          <p:cNvPr id="8" name="Picture 7">
            <a:extLst>
              <a:ext uri="{FF2B5EF4-FFF2-40B4-BE49-F238E27FC236}">
                <a16:creationId xmlns:a16="http://schemas.microsoft.com/office/drawing/2014/main" id="{81CB148E-165E-AC17-A66D-111ABE055CE6}"/>
              </a:ext>
            </a:extLst>
          </p:cNvPr>
          <p:cNvPicPr>
            <a:picLocks noChangeAspect="1"/>
          </p:cNvPicPr>
          <p:nvPr/>
        </p:nvPicPr>
        <p:blipFill>
          <a:blip r:embed="rId2"/>
          <a:stretch>
            <a:fillRect/>
          </a:stretch>
        </p:blipFill>
        <p:spPr>
          <a:xfrm>
            <a:off x="2438400" y="849630"/>
            <a:ext cx="3657600" cy="3936331"/>
          </a:xfrm>
          <a:prstGeom prst="rect">
            <a:avLst/>
          </a:prstGeom>
        </p:spPr>
      </p:pic>
    </p:spTree>
    <p:extLst>
      <p:ext uri="{BB962C8B-B14F-4D97-AF65-F5344CB8AC3E}">
        <p14:creationId xmlns:p14="http://schemas.microsoft.com/office/powerpoint/2010/main" val="3718959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Results </a:t>
            </a:r>
            <a:endParaRPr lang="en-US"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14</a:t>
            </a:fld>
            <a:endParaRPr lang="en-US" altLang="en-US"/>
          </a:p>
        </p:txBody>
      </p:sp>
      <p:sp>
        <p:nvSpPr>
          <p:cNvPr id="6" name="Footer Placeholder 4">
            <a:extLst>
              <a:ext uri="{FF2B5EF4-FFF2-40B4-BE49-F238E27FC236}">
                <a16:creationId xmlns:a16="http://schemas.microsoft.com/office/drawing/2014/main" id="{4D95C9AB-6F24-D9B7-D1F9-29164BA10B30}"/>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pic>
        <p:nvPicPr>
          <p:cNvPr id="9" name="Picture 8">
            <a:extLst>
              <a:ext uri="{FF2B5EF4-FFF2-40B4-BE49-F238E27FC236}">
                <a16:creationId xmlns:a16="http://schemas.microsoft.com/office/drawing/2014/main" id="{FC221B4E-5234-EF91-A453-2C240458A083}"/>
              </a:ext>
            </a:extLst>
          </p:cNvPr>
          <p:cNvPicPr>
            <a:picLocks noChangeAspect="1"/>
          </p:cNvPicPr>
          <p:nvPr/>
        </p:nvPicPr>
        <p:blipFill>
          <a:blip r:embed="rId2"/>
          <a:stretch>
            <a:fillRect/>
          </a:stretch>
        </p:blipFill>
        <p:spPr>
          <a:xfrm>
            <a:off x="762000" y="1581150"/>
            <a:ext cx="3160451" cy="2903220"/>
          </a:xfrm>
          <a:prstGeom prst="rect">
            <a:avLst/>
          </a:prstGeom>
        </p:spPr>
      </p:pic>
      <p:sp>
        <p:nvSpPr>
          <p:cNvPr id="10" name="TextBox 9">
            <a:extLst>
              <a:ext uri="{FF2B5EF4-FFF2-40B4-BE49-F238E27FC236}">
                <a16:creationId xmlns:a16="http://schemas.microsoft.com/office/drawing/2014/main" id="{DC8B5AC2-62F2-5D22-BDF8-1954B7242EE5}"/>
              </a:ext>
            </a:extLst>
          </p:cNvPr>
          <p:cNvSpPr txBox="1"/>
          <p:nvPr/>
        </p:nvSpPr>
        <p:spPr>
          <a:xfrm>
            <a:off x="5867400" y="1027948"/>
            <a:ext cx="1905000" cy="369332"/>
          </a:xfrm>
          <a:prstGeom prst="rect">
            <a:avLst/>
          </a:prstGeom>
          <a:noFill/>
        </p:spPr>
        <p:txBody>
          <a:bodyPr wrap="square" rtlCol="0">
            <a:spAutoFit/>
          </a:bodyPr>
          <a:lstStyle/>
          <a:p>
            <a:r>
              <a:rPr lang="en-IN" dirty="0" err="1"/>
              <a:t>Enroll</a:t>
            </a:r>
            <a:r>
              <a:rPr lang="en-IN" dirty="0"/>
              <a:t> Student</a:t>
            </a:r>
          </a:p>
        </p:txBody>
      </p:sp>
      <p:pic>
        <p:nvPicPr>
          <p:cNvPr id="12" name="Picture 11">
            <a:extLst>
              <a:ext uri="{FF2B5EF4-FFF2-40B4-BE49-F238E27FC236}">
                <a16:creationId xmlns:a16="http://schemas.microsoft.com/office/drawing/2014/main" id="{73B00EE4-79AE-B756-165B-8311ED725141}"/>
              </a:ext>
            </a:extLst>
          </p:cNvPr>
          <p:cNvPicPr>
            <a:picLocks noChangeAspect="1"/>
          </p:cNvPicPr>
          <p:nvPr/>
        </p:nvPicPr>
        <p:blipFill>
          <a:blip r:embed="rId3"/>
          <a:stretch>
            <a:fillRect/>
          </a:stretch>
        </p:blipFill>
        <p:spPr>
          <a:xfrm>
            <a:off x="4724400" y="1567978"/>
            <a:ext cx="3372220" cy="291639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3C7A-61A2-5563-A532-187F1C1D0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BEA59-3527-E149-B2DD-8B05F2F96178}"/>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Results </a:t>
            </a:r>
            <a:endParaRPr lang="en-US" b="1"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5DCE8E1D-7E76-726E-F110-AE2D3B914FA6}"/>
              </a:ext>
            </a:extLst>
          </p:cNvPr>
          <p:cNvSpPr>
            <a:spLocks noGrp="1"/>
          </p:cNvSpPr>
          <p:nvPr>
            <p:ph type="sldNum" sz="quarter" idx="12"/>
          </p:nvPr>
        </p:nvSpPr>
        <p:spPr/>
        <p:txBody>
          <a:bodyPr/>
          <a:lstStyle/>
          <a:p>
            <a:pPr>
              <a:defRPr/>
            </a:pPr>
            <a:fld id="{0E14ABD8-B1EB-4C07-9937-C8C4E38BDF00}" type="slidenum">
              <a:rPr lang="en-US" altLang="en-US" smtClean="0"/>
              <a:pPr>
                <a:defRPr/>
              </a:pPr>
              <a:t>15</a:t>
            </a:fld>
            <a:endParaRPr lang="en-US" altLang="en-US"/>
          </a:p>
        </p:txBody>
      </p:sp>
      <p:sp>
        <p:nvSpPr>
          <p:cNvPr id="6" name="Footer Placeholder 4">
            <a:extLst>
              <a:ext uri="{FF2B5EF4-FFF2-40B4-BE49-F238E27FC236}">
                <a16:creationId xmlns:a16="http://schemas.microsoft.com/office/drawing/2014/main" id="{EDFEAE16-1134-1D1D-D709-CA3F26A1B149}"/>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sp>
        <p:nvSpPr>
          <p:cNvPr id="10" name="TextBox 9">
            <a:extLst>
              <a:ext uri="{FF2B5EF4-FFF2-40B4-BE49-F238E27FC236}">
                <a16:creationId xmlns:a16="http://schemas.microsoft.com/office/drawing/2014/main" id="{5E6BE984-A09F-840B-33D6-40F54F1A3DF4}"/>
              </a:ext>
            </a:extLst>
          </p:cNvPr>
          <p:cNvSpPr txBox="1"/>
          <p:nvPr/>
        </p:nvSpPr>
        <p:spPr>
          <a:xfrm>
            <a:off x="5867400" y="1054267"/>
            <a:ext cx="1905000" cy="369332"/>
          </a:xfrm>
          <a:prstGeom prst="rect">
            <a:avLst/>
          </a:prstGeom>
          <a:noFill/>
        </p:spPr>
        <p:txBody>
          <a:bodyPr wrap="square" rtlCol="0">
            <a:spAutoFit/>
          </a:bodyPr>
          <a:lstStyle/>
          <a:p>
            <a:r>
              <a:rPr lang="en-IN" dirty="0"/>
              <a:t>View Attendance</a:t>
            </a:r>
          </a:p>
        </p:txBody>
      </p:sp>
      <p:sp>
        <p:nvSpPr>
          <p:cNvPr id="3" name="TextBox 2">
            <a:extLst>
              <a:ext uri="{FF2B5EF4-FFF2-40B4-BE49-F238E27FC236}">
                <a16:creationId xmlns:a16="http://schemas.microsoft.com/office/drawing/2014/main" id="{F260E5BA-9C4E-D2F5-D1CC-8429959726EA}"/>
              </a:ext>
            </a:extLst>
          </p:cNvPr>
          <p:cNvSpPr txBox="1"/>
          <p:nvPr/>
        </p:nvSpPr>
        <p:spPr>
          <a:xfrm>
            <a:off x="990600" y="1053014"/>
            <a:ext cx="1981200" cy="369332"/>
          </a:xfrm>
          <a:prstGeom prst="rect">
            <a:avLst/>
          </a:prstGeom>
          <a:noFill/>
        </p:spPr>
        <p:txBody>
          <a:bodyPr wrap="square" rtlCol="0">
            <a:spAutoFit/>
          </a:bodyPr>
          <a:lstStyle/>
          <a:p>
            <a:r>
              <a:rPr lang="en-IN" dirty="0"/>
              <a:t> Mark Attendance</a:t>
            </a:r>
          </a:p>
        </p:txBody>
      </p:sp>
      <p:pic>
        <p:nvPicPr>
          <p:cNvPr id="7" name="Picture 6">
            <a:extLst>
              <a:ext uri="{FF2B5EF4-FFF2-40B4-BE49-F238E27FC236}">
                <a16:creationId xmlns:a16="http://schemas.microsoft.com/office/drawing/2014/main" id="{37CBF4DA-2193-D538-CC66-5A01D521D350}"/>
              </a:ext>
            </a:extLst>
          </p:cNvPr>
          <p:cNvPicPr>
            <a:picLocks noChangeAspect="1"/>
          </p:cNvPicPr>
          <p:nvPr/>
        </p:nvPicPr>
        <p:blipFill>
          <a:blip r:embed="rId2"/>
          <a:stretch>
            <a:fillRect/>
          </a:stretch>
        </p:blipFill>
        <p:spPr>
          <a:xfrm>
            <a:off x="574548" y="1419702"/>
            <a:ext cx="3387852" cy="3347561"/>
          </a:xfrm>
          <a:prstGeom prst="rect">
            <a:avLst/>
          </a:prstGeom>
        </p:spPr>
      </p:pic>
      <p:pic>
        <p:nvPicPr>
          <p:cNvPr id="11" name="Picture 10">
            <a:extLst>
              <a:ext uri="{FF2B5EF4-FFF2-40B4-BE49-F238E27FC236}">
                <a16:creationId xmlns:a16="http://schemas.microsoft.com/office/drawing/2014/main" id="{B80954BB-1002-AB85-0115-8907C911AD09}"/>
              </a:ext>
            </a:extLst>
          </p:cNvPr>
          <p:cNvPicPr>
            <a:picLocks noChangeAspect="1"/>
          </p:cNvPicPr>
          <p:nvPr/>
        </p:nvPicPr>
        <p:blipFill>
          <a:blip r:embed="rId3"/>
          <a:stretch>
            <a:fillRect/>
          </a:stretch>
        </p:blipFill>
        <p:spPr>
          <a:xfrm>
            <a:off x="4913739" y="1533525"/>
            <a:ext cx="2817078" cy="1444791"/>
          </a:xfrm>
          <a:prstGeom prst="rect">
            <a:avLst/>
          </a:prstGeom>
        </p:spPr>
      </p:pic>
      <p:pic>
        <p:nvPicPr>
          <p:cNvPr id="14" name="Picture 13">
            <a:extLst>
              <a:ext uri="{FF2B5EF4-FFF2-40B4-BE49-F238E27FC236}">
                <a16:creationId xmlns:a16="http://schemas.microsoft.com/office/drawing/2014/main" id="{A13EB3FC-2ADE-D4B8-E0E1-9D39F31FC36E}"/>
              </a:ext>
            </a:extLst>
          </p:cNvPr>
          <p:cNvPicPr>
            <a:picLocks noChangeAspect="1"/>
          </p:cNvPicPr>
          <p:nvPr/>
        </p:nvPicPr>
        <p:blipFill>
          <a:blip r:embed="rId4"/>
          <a:stretch>
            <a:fillRect/>
          </a:stretch>
        </p:blipFill>
        <p:spPr>
          <a:xfrm>
            <a:off x="4913739" y="3117933"/>
            <a:ext cx="2971802" cy="1509713"/>
          </a:xfrm>
          <a:prstGeom prst="rect">
            <a:avLst/>
          </a:prstGeom>
        </p:spPr>
      </p:pic>
    </p:spTree>
    <p:extLst>
      <p:ext uri="{BB962C8B-B14F-4D97-AF65-F5344CB8AC3E}">
        <p14:creationId xmlns:p14="http://schemas.microsoft.com/office/powerpoint/2010/main" val="3974049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F6E67-DEAD-08B6-DDFD-7E9A82D06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9F1D9-00D8-68B1-4553-E13C0C69B95A}"/>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Results </a:t>
            </a:r>
            <a:endParaRPr lang="en-US" b="1"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C55D6203-9B97-F6CA-FA9E-268322F912BD}"/>
              </a:ext>
            </a:extLst>
          </p:cNvPr>
          <p:cNvSpPr>
            <a:spLocks noGrp="1"/>
          </p:cNvSpPr>
          <p:nvPr>
            <p:ph type="sldNum" sz="quarter" idx="12"/>
          </p:nvPr>
        </p:nvSpPr>
        <p:spPr/>
        <p:txBody>
          <a:bodyPr/>
          <a:lstStyle/>
          <a:p>
            <a:pPr>
              <a:defRPr/>
            </a:pPr>
            <a:fld id="{0E14ABD8-B1EB-4C07-9937-C8C4E38BDF00}" type="slidenum">
              <a:rPr lang="en-US" altLang="en-US" smtClean="0"/>
              <a:pPr>
                <a:defRPr/>
              </a:pPr>
              <a:t>16</a:t>
            </a:fld>
            <a:endParaRPr lang="en-US" altLang="en-US"/>
          </a:p>
        </p:txBody>
      </p:sp>
      <p:sp>
        <p:nvSpPr>
          <p:cNvPr id="6" name="Footer Placeholder 4">
            <a:extLst>
              <a:ext uri="{FF2B5EF4-FFF2-40B4-BE49-F238E27FC236}">
                <a16:creationId xmlns:a16="http://schemas.microsoft.com/office/drawing/2014/main" id="{44DFD5F4-39CB-9E11-6B27-D19CCE51D403}"/>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sp>
        <p:nvSpPr>
          <p:cNvPr id="3" name="TextBox 2">
            <a:extLst>
              <a:ext uri="{FF2B5EF4-FFF2-40B4-BE49-F238E27FC236}">
                <a16:creationId xmlns:a16="http://schemas.microsoft.com/office/drawing/2014/main" id="{02D12886-16C3-79D8-E012-D6F5FD7D6AB2}"/>
              </a:ext>
            </a:extLst>
          </p:cNvPr>
          <p:cNvSpPr txBox="1"/>
          <p:nvPr/>
        </p:nvSpPr>
        <p:spPr>
          <a:xfrm>
            <a:off x="3429000" y="1047750"/>
            <a:ext cx="1981200" cy="369332"/>
          </a:xfrm>
          <a:prstGeom prst="rect">
            <a:avLst/>
          </a:prstGeom>
          <a:noFill/>
        </p:spPr>
        <p:txBody>
          <a:bodyPr wrap="square" rtlCol="0">
            <a:spAutoFit/>
          </a:bodyPr>
          <a:lstStyle/>
          <a:p>
            <a:r>
              <a:rPr lang="en-IN" dirty="0"/>
              <a:t> Update and View </a:t>
            </a:r>
          </a:p>
        </p:txBody>
      </p:sp>
      <p:pic>
        <p:nvPicPr>
          <p:cNvPr id="8" name="Picture 7">
            <a:extLst>
              <a:ext uri="{FF2B5EF4-FFF2-40B4-BE49-F238E27FC236}">
                <a16:creationId xmlns:a16="http://schemas.microsoft.com/office/drawing/2014/main" id="{EDDD221C-B42D-599E-65EB-8A23BB096684}"/>
              </a:ext>
            </a:extLst>
          </p:cNvPr>
          <p:cNvPicPr>
            <a:picLocks noChangeAspect="1"/>
          </p:cNvPicPr>
          <p:nvPr/>
        </p:nvPicPr>
        <p:blipFill>
          <a:blip r:embed="rId2"/>
          <a:stretch>
            <a:fillRect/>
          </a:stretch>
        </p:blipFill>
        <p:spPr>
          <a:xfrm>
            <a:off x="2514600" y="1486138"/>
            <a:ext cx="3962400" cy="3212068"/>
          </a:xfrm>
          <a:prstGeom prst="rect">
            <a:avLst/>
          </a:prstGeom>
        </p:spPr>
      </p:pic>
    </p:spTree>
    <p:extLst>
      <p:ext uri="{BB962C8B-B14F-4D97-AF65-F5344CB8AC3E}">
        <p14:creationId xmlns:p14="http://schemas.microsoft.com/office/powerpoint/2010/main" val="1679492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Conclusion</a:t>
            </a:r>
            <a:endParaRPr lang="en-US"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17</a:t>
            </a:fld>
            <a:endParaRPr lang="en-US" altLang="en-US"/>
          </a:p>
        </p:txBody>
      </p:sp>
      <p:sp>
        <p:nvSpPr>
          <p:cNvPr id="5" name="Content Placeholder 4"/>
          <p:cNvSpPr>
            <a:spLocks noGrp="1"/>
          </p:cNvSpPr>
          <p:nvPr>
            <p:ph sz="quarter" idx="1"/>
          </p:nvPr>
        </p:nvSpPr>
        <p:spPr/>
        <p:txBody>
          <a:bodyPr>
            <a:normAutofit fontScale="85000" lnSpcReduction="10000"/>
          </a:bodyPr>
          <a:lstStyle/>
          <a:p>
            <a:pPr algn="just">
              <a:lnSpc>
                <a:spcPct val="16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School Management System</a:t>
            </a:r>
            <a:r>
              <a:rPr lang="en-US" dirty="0">
                <a:latin typeface="Times New Roman" panose="02020603050405020304" pitchFamily="18" charset="0"/>
                <a:cs typeface="Times New Roman" panose="02020603050405020304" pitchFamily="18" charset="0"/>
              </a:rPr>
              <a:t> is a streamlined application designed to efficiently manage student enrollment, update records, and track attendance. With its user-friendly interface, it simplifies administrative tasks by allowing quick access to student data and providing features like attendance marking and information retrieval. The system ensures organized data handling and serves as a foundational tool for digitizing school management processes.</a:t>
            </a:r>
          </a:p>
        </p:txBody>
      </p:sp>
      <p:sp>
        <p:nvSpPr>
          <p:cNvPr id="6" name="Footer Placeholder 4">
            <a:extLst>
              <a:ext uri="{FF2B5EF4-FFF2-40B4-BE49-F238E27FC236}">
                <a16:creationId xmlns:a16="http://schemas.microsoft.com/office/drawing/2014/main" id="{4D95C9AB-6F24-D9B7-D1F9-29164BA10B30}"/>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41377AE-5B94-C1F2-E1C0-17E77BBFB9DA}"/>
              </a:ext>
            </a:extLst>
          </p:cNvPr>
          <p:cNvSpPr>
            <a:spLocks noGrp="1"/>
          </p:cNvSpPr>
          <p:nvPr>
            <p:ph type="title"/>
          </p:nvPr>
        </p:nvSpPr>
        <p:spPr>
          <a:solidFill>
            <a:schemeClr val="bg2">
              <a:lumMod val="75000"/>
            </a:schemeClr>
          </a:solidFill>
        </p:spPr>
        <p:txBody>
          <a:bodyPr>
            <a:normAutofit fontScale="90000"/>
          </a:bodyPr>
          <a:lstStyle/>
          <a:p>
            <a:pPr algn="ctr"/>
            <a:r>
              <a:rPr lang="en-IN" sz="4400" b="1" dirty="0">
                <a:solidFill>
                  <a:schemeClr val="tx1"/>
                </a:solidFill>
                <a:latin typeface="Times New Roman" pitchFamily="18" charset="0"/>
                <a:cs typeface="Times New Roman" pitchFamily="18" charset="0"/>
              </a:rPr>
              <a:t>Thank  You</a:t>
            </a:r>
            <a:endParaRPr lang="en-IN" sz="4000" b="1"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1DB88336-4666-251E-4707-607718066E56}"/>
              </a:ext>
            </a:extLst>
          </p:cNvPr>
          <p:cNvSpPr>
            <a:spLocks noGrp="1"/>
          </p:cNvSpPr>
          <p:nvPr>
            <p:ph type="sldNum" sz="quarter" idx="12"/>
          </p:nvPr>
        </p:nvSpPr>
        <p:spPr/>
        <p:txBody>
          <a:bodyPr/>
          <a:lstStyle/>
          <a:p>
            <a:pPr>
              <a:defRPr/>
            </a:pPr>
            <a:fld id="{4CE540F1-D866-4735-9E65-A1952EADD02D}" type="slidenum">
              <a:rPr lang="en-US" altLang="en-US" smtClean="0"/>
              <a:pPr>
                <a:defRPr/>
              </a:pPr>
              <a:t>18</a:t>
            </a:fld>
            <a:endParaRPr lang="en-US" altLang="en-US" dirty="0"/>
          </a:p>
        </p:txBody>
      </p:sp>
      <p:sp>
        <p:nvSpPr>
          <p:cNvPr id="6" name="Title 1">
            <a:extLst>
              <a:ext uri="{FF2B5EF4-FFF2-40B4-BE49-F238E27FC236}">
                <a16:creationId xmlns:a16="http://schemas.microsoft.com/office/drawing/2014/main" id="{C622646B-3CDF-929A-2318-D91165119579}"/>
              </a:ext>
            </a:extLst>
          </p:cNvPr>
          <p:cNvSpPr txBox="1">
            <a:spLocks/>
          </p:cNvSpPr>
          <p:nvPr/>
        </p:nvSpPr>
        <p:spPr>
          <a:xfrm>
            <a:off x="0" y="2099871"/>
            <a:ext cx="9144000" cy="1664258"/>
          </a:xfrm>
          <a:prstGeom prst="rect">
            <a:avLst/>
          </a:prstGeom>
          <a:solidFill>
            <a:schemeClr val="accent3">
              <a:lumMod val="40000"/>
              <a:lumOff val="60000"/>
            </a:schemeClr>
          </a:solidFill>
        </p:spPr>
        <p:txBody>
          <a:bodyPr>
            <a:normAutofit/>
          </a:bodyPr>
          <a:lst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defRPr/>
            </a:pPr>
            <a:endParaRPr lang="en-IN" sz="3600" dirty="0"/>
          </a:p>
          <a:p>
            <a:pPr algn="ctr">
              <a:defRPr/>
            </a:pPr>
            <a:r>
              <a:rPr lang="en-IN" sz="3600" b="1" dirty="0">
                <a:solidFill>
                  <a:schemeClr val="tx1"/>
                </a:solidFill>
                <a:latin typeface="Times New Roman" pitchFamily="18" charset="0"/>
                <a:cs typeface="Times New Roman" pitchFamily="18" charset="0"/>
              </a:rPr>
              <a:t>Any queries??? </a:t>
            </a:r>
          </a:p>
        </p:txBody>
      </p:sp>
      <p:sp>
        <p:nvSpPr>
          <p:cNvPr id="8" name="Footer Placeholder 4">
            <a:extLst>
              <a:ext uri="{FF2B5EF4-FFF2-40B4-BE49-F238E27FC236}">
                <a16:creationId xmlns:a16="http://schemas.microsoft.com/office/drawing/2014/main" id="{4D95C9AB-6F24-D9B7-D1F9-29164BA10B30}"/>
              </a:ext>
            </a:extLst>
          </p:cNvPr>
          <p:cNvSpPr>
            <a:spLocks noGrp="1"/>
          </p:cNvSpPr>
          <p:nvPr>
            <p:ph type="ftr" sz="quarter" idx="11"/>
          </p:nvPr>
        </p:nvSpPr>
        <p:spPr>
          <a:xfrm>
            <a:off x="3124200" y="4767263"/>
            <a:ext cx="4038600" cy="376237"/>
          </a:xfrm>
        </p:spPr>
        <p:txBody>
          <a:bodyPr/>
          <a:lstStyle/>
          <a:p>
            <a:pPr algn="ctr">
              <a:defRPr/>
            </a:pPr>
            <a:r>
              <a:rPr lang="en-US" sz="1200" dirty="0">
                <a:latin typeface="Times New Roman" pitchFamily="18" charset="0"/>
                <a:cs typeface="Times New Roman" pitchFamily="18" charset="0"/>
              </a:rPr>
              <a:t>CGB1201 – JAVA PROGRAMMING  </a:t>
            </a:r>
          </a:p>
        </p:txBody>
      </p:sp>
    </p:spTree>
    <p:extLst>
      <p:ext uri="{BB962C8B-B14F-4D97-AF65-F5344CB8AC3E}">
        <p14:creationId xmlns:p14="http://schemas.microsoft.com/office/powerpoint/2010/main" val="42811373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0</TotalTime>
  <Words>560</Words>
  <Application>Microsoft Office PowerPoint</Application>
  <PresentationFormat>On-screen Show (16:9)</PresentationFormat>
  <Paragraphs>107</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Bookman Old Style</vt:lpstr>
      <vt:lpstr>Calibri</vt:lpstr>
      <vt:lpstr>Gill Sans MT</vt:lpstr>
      <vt:lpstr>Times New Roman</vt:lpstr>
      <vt:lpstr>Wingdings</vt:lpstr>
      <vt:lpstr>Wingdings 3</vt:lpstr>
      <vt:lpstr>Origin</vt:lpstr>
      <vt:lpstr>CGB1201 – JAVA PROGRAMMING </vt:lpstr>
      <vt:lpstr>Title of the Project</vt:lpstr>
      <vt:lpstr>Problem Identification </vt:lpstr>
      <vt:lpstr>Objective</vt:lpstr>
      <vt:lpstr>Proposed Architecture</vt:lpstr>
      <vt:lpstr>Java Programming  - Concepts Used</vt:lpstr>
      <vt:lpstr>List of Modules</vt:lpstr>
      <vt:lpstr>Module Description</vt:lpstr>
      <vt:lpstr>Module Description (Cont..)</vt:lpstr>
      <vt:lpstr>Source Code</vt:lpstr>
      <vt:lpstr>Source Code</vt:lpstr>
      <vt:lpstr>Source Code</vt:lpstr>
      <vt:lpstr>Source Code</vt:lpstr>
      <vt:lpstr>Results </vt:lpstr>
      <vt:lpstr>Results </vt:lpstr>
      <vt:lpstr>Results </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modified xsi:type="dcterms:W3CDTF">2024-11-29T14:39:24Z</dcterms:modified>
</cp:coreProperties>
</file>